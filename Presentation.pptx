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032" r:id="rId1"/>
  </p:sldMasterIdLst>
  <p:notesMasterIdLst>
    <p:notesMasterId r:id="rId25"/>
  </p:notesMasterIdLst>
  <p:sldIdLst>
    <p:sldId id="256" r:id="rId2"/>
    <p:sldId id="278" r:id="rId3"/>
    <p:sldId id="260" r:id="rId4"/>
    <p:sldId id="276" r:id="rId5"/>
    <p:sldId id="263" r:id="rId6"/>
    <p:sldId id="277" r:id="rId7"/>
    <p:sldId id="280" r:id="rId8"/>
    <p:sldId id="275" r:id="rId9"/>
    <p:sldId id="264" r:id="rId10"/>
    <p:sldId id="286" r:id="rId11"/>
    <p:sldId id="283" r:id="rId12"/>
    <p:sldId id="285" r:id="rId13"/>
    <p:sldId id="261" r:id="rId14"/>
    <p:sldId id="262" r:id="rId15"/>
    <p:sldId id="265" r:id="rId16"/>
    <p:sldId id="266" r:id="rId17"/>
    <p:sldId id="267" r:id="rId18"/>
    <p:sldId id="268" r:id="rId19"/>
    <p:sldId id="270" r:id="rId20"/>
    <p:sldId id="271" r:id="rId21"/>
    <p:sldId id="272" r:id="rId22"/>
    <p:sldId id="269" r:id="rId23"/>
    <p:sldId id="27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D550FCD6-1EB4-E34A-AD72-269EBD03DDF3}">
          <p14:sldIdLst>
            <p14:sldId id="256"/>
            <p14:sldId id="278"/>
            <p14:sldId id="260"/>
          </p14:sldIdLst>
        </p14:section>
        <p14:section name="Swing Decision" id="{08D3C980-C663-5C43-9CA6-438138EC6062}">
          <p14:sldIdLst>
            <p14:sldId id="276"/>
            <p14:sldId id="263"/>
            <p14:sldId id="277"/>
            <p14:sldId id="280"/>
            <p14:sldId id="275"/>
            <p14:sldId id="264"/>
            <p14:sldId id="286"/>
          </p14:sldIdLst>
        </p14:section>
        <p14:section name="Contact" id="{4E56EC33-5D93-B448-A52C-331F1D9ED15D}">
          <p14:sldIdLst>
            <p14:sldId id="283"/>
            <p14:sldId id="285"/>
            <p14:sldId id="261"/>
            <p14:sldId id="262"/>
          </p14:sldIdLst>
        </p14:section>
        <p14:section name="Power" id="{A59BA852-CC71-474F-ACA6-EEDF1F13998D}">
          <p14:sldIdLst>
            <p14:sldId id="265"/>
            <p14:sldId id="266"/>
            <p14:sldId id="267"/>
            <p14:sldId id="268"/>
            <p14:sldId id="270"/>
            <p14:sldId id="271"/>
            <p14:sldId id="272"/>
            <p14:sldId id="269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01"/>
    <p:restoredTop sz="94710"/>
  </p:normalViewPr>
  <p:slideViewPr>
    <p:cSldViewPr snapToGrid="0">
      <p:cViewPr varScale="1">
        <p:scale>
          <a:sx n="146" d="100"/>
          <a:sy n="146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4BA1F5-43D5-487D-A182-2959400E09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90BCF3-3971-44DE-A8CF-F4FF46F07F3E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Swing Decision</a:t>
          </a:r>
        </a:p>
      </dgm:t>
    </dgm:pt>
    <dgm:pt modelId="{936D361E-5F11-497E-B404-F3F0B1EC6D0F}" type="parTrans" cxnId="{FAA7A400-B260-4E0F-9D54-FF69B0E4A5D3}">
      <dgm:prSet/>
      <dgm:spPr/>
      <dgm:t>
        <a:bodyPr/>
        <a:lstStyle/>
        <a:p>
          <a:endParaRPr lang="en-US"/>
        </a:p>
      </dgm:t>
    </dgm:pt>
    <dgm:pt modelId="{319C3F7F-F1EA-4996-8273-6F33E5BAAA35}" type="sibTrans" cxnId="{FAA7A400-B260-4E0F-9D54-FF69B0E4A5D3}">
      <dgm:prSet/>
      <dgm:spPr/>
      <dgm:t>
        <a:bodyPr/>
        <a:lstStyle/>
        <a:p>
          <a:endParaRPr lang="en-US"/>
        </a:p>
      </dgm:t>
    </dgm:pt>
    <dgm:pt modelId="{77664A86-6D63-47F1-8A13-DCA46D457C97}">
      <dgm:prSet/>
      <dgm:spPr>
        <a:solidFill>
          <a:schemeClr val="accent2"/>
        </a:solidFill>
        <a:ln>
          <a:solidFill>
            <a:schemeClr val="accent2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dirty="0"/>
            <a:t>Contact</a:t>
          </a:r>
        </a:p>
      </dgm:t>
    </dgm:pt>
    <dgm:pt modelId="{A30CB9FE-6EE7-4BB2-AEB4-A5708A58D4EE}" type="parTrans" cxnId="{2ADEFD89-86A8-4029-967D-1FBBC51D3351}">
      <dgm:prSet/>
      <dgm:spPr/>
      <dgm:t>
        <a:bodyPr/>
        <a:lstStyle/>
        <a:p>
          <a:endParaRPr lang="en-US"/>
        </a:p>
      </dgm:t>
    </dgm:pt>
    <dgm:pt modelId="{265B97FA-D4A1-4FB8-B189-9E59CE38EBFC}" type="sibTrans" cxnId="{2ADEFD89-86A8-4029-967D-1FBBC51D3351}">
      <dgm:prSet/>
      <dgm:spPr/>
      <dgm:t>
        <a:bodyPr/>
        <a:lstStyle/>
        <a:p>
          <a:endParaRPr lang="en-US"/>
        </a:p>
      </dgm:t>
    </dgm:pt>
    <dgm:pt modelId="{A7D2359A-73B3-47DB-BD71-FC99B91C35F1}">
      <dgm:prSet/>
      <dgm:spPr/>
      <dgm:t>
        <a:bodyPr/>
        <a:lstStyle/>
        <a:p>
          <a:r>
            <a:rPr lang="en-US" dirty="0"/>
            <a:t>Power</a:t>
          </a:r>
        </a:p>
      </dgm:t>
    </dgm:pt>
    <dgm:pt modelId="{1C432803-5FE1-4546-8D7C-8134E97710D5}" type="parTrans" cxnId="{369AC735-C3DC-4A53-B783-F53FC006047D}">
      <dgm:prSet/>
      <dgm:spPr/>
      <dgm:t>
        <a:bodyPr/>
        <a:lstStyle/>
        <a:p>
          <a:endParaRPr lang="en-US"/>
        </a:p>
      </dgm:t>
    </dgm:pt>
    <dgm:pt modelId="{C58A2CA7-D272-481D-ABF4-27A08E59CE25}" type="sibTrans" cxnId="{369AC735-C3DC-4A53-B783-F53FC006047D}">
      <dgm:prSet/>
      <dgm:spPr/>
      <dgm:t>
        <a:bodyPr/>
        <a:lstStyle/>
        <a:p>
          <a:endParaRPr lang="en-US"/>
        </a:p>
      </dgm:t>
    </dgm:pt>
    <dgm:pt modelId="{4E86C12D-1BB6-4453-AF1A-24B34FED327A}">
      <dgm:prSet/>
      <dgm:spPr>
        <a:solidFill>
          <a:schemeClr val="accent3"/>
        </a:solidFill>
        <a:ln>
          <a:solidFill>
            <a:schemeClr val="accent3">
              <a:lumMod val="60000"/>
              <a:lumOff val="40000"/>
            </a:schemeClr>
          </a:solidFill>
        </a:ln>
      </dgm:spPr>
      <dgm:t>
        <a:bodyPr/>
        <a:lstStyle/>
        <a:p>
          <a:r>
            <a:rPr lang="en-US" dirty="0"/>
            <a:t>Speed</a:t>
          </a:r>
        </a:p>
      </dgm:t>
    </dgm:pt>
    <dgm:pt modelId="{EC14365E-BEF5-4852-A42C-A8182051B9DE}" type="parTrans" cxnId="{A9AA9B6C-FC6E-4FD6-9EB8-CC611A1BF1C4}">
      <dgm:prSet/>
      <dgm:spPr/>
      <dgm:t>
        <a:bodyPr/>
        <a:lstStyle/>
        <a:p>
          <a:endParaRPr lang="en-US"/>
        </a:p>
      </dgm:t>
    </dgm:pt>
    <dgm:pt modelId="{0E2FE1C9-291B-4C79-8817-A3BB8E3545FD}" type="sibTrans" cxnId="{A9AA9B6C-FC6E-4FD6-9EB8-CC611A1BF1C4}">
      <dgm:prSet/>
      <dgm:spPr/>
      <dgm:t>
        <a:bodyPr/>
        <a:lstStyle/>
        <a:p>
          <a:endParaRPr lang="en-US"/>
        </a:p>
      </dgm:t>
    </dgm:pt>
    <dgm:pt modelId="{458821F1-93C0-7642-B712-4CE893F508A2}" type="pres">
      <dgm:prSet presAssocID="{804BA1F5-43D5-487D-A182-2959400E09F7}" presName="outerComposite" presStyleCnt="0">
        <dgm:presLayoutVars>
          <dgm:chMax val="5"/>
          <dgm:dir/>
          <dgm:resizeHandles val="exact"/>
        </dgm:presLayoutVars>
      </dgm:prSet>
      <dgm:spPr/>
    </dgm:pt>
    <dgm:pt modelId="{1ECA61E1-E725-5045-B173-05113B8F606B}" type="pres">
      <dgm:prSet presAssocID="{804BA1F5-43D5-487D-A182-2959400E09F7}" presName="dummyMaxCanvas" presStyleCnt="0">
        <dgm:presLayoutVars/>
      </dgm:prSet>
      <dgm:spPr/>
    </dgm:pt>
    <dgm:pt modelId="{CED7E44B-473E-DA47-9F1E-1B1C7F3F684A}" type="pres">
      <dgm:prSet presAssocID="{804BA1F5-43D5-487D-A182-2959400E09F7}" presName="FourNodes_1" presStyleLbl="node1" presStyleIdx="0" presStyleCnt="4">
        <dgm:presLayoutVars>
          <dgm:bulletEnabled val="1"/>
        </dgm:presLayoutVars>
      </dgm:prSet>
      <dgm:spPr/>
    </dgm:pt>
    <dgm:pt modelId="{D647F376-3ED7-C444-8F14-6F8C5021A998}" type="pres">
      <dgm:prSet presAssocID="{804BA1F5-43D5-487D-A182-2959400E09F7}" presName="FourNodes_2" presStyleLbl="node1" presStyleIdx="1" presStyleCnt="4">
        <dgm:presLayoutVars>
          <dgm:bulletEnabled val="1"/>
        </dgm:presLayoutVars>
      </dgm:prSet>
      <dgm:spPr/>
    </dgm:pt>
    <dgm:pt modelId="{8A9C31B0-7674-BD44-BEEA-C4976B6AA018}" type="pres">
      <dgm:prSet presAssocID="{804BA1F5-43D5-487D-A182-2959400E09F7}" presName="FourNodes_3" presStyleLbl="node1" presStyleIdx="2" presStyleCnt="4">
        <dgm:presLayoutVars>
          <dgm:bulletEnabled val="1"/>
        </dgm:presLayoutVars>
      </dgm:prSet>
      <dgm:spPr/>
    </dgm:pt>
    <dgm:pt modelId="{C04B6330-8B49-A244-9A5D-6589B31C75D2}" type="pres">
      <dgm:prSet presAssocID="{804BA1F5-43D5-487D-A182-2959400E09F7}" presName="FourNodes_4" presStyleLbl="node1" presStyleIdx="3" presStyleCnt="4">
        <dgm:presLayoutVars>
          <dgm:bulletEnabled val="1"/>
        </dgm:presLayoutVars>
      </dgm:prSet>
      <dgm:spPr/>
    </dgm:pt>
    <dgm:pt modelId="{F902FCB0-1729-E342-BD30-37866290C699}" type="pres">
      <dgm:prSet presAssocID="{804BA1F5-43D5-487D-A182-2959400E09F7}" presName="FourConn_1-2" presStyleLbl="fgAccFollowNode1" presStyleIdx="0" presStyleCnt="3">
        <dgm:presLayoutVars>
          <dgm:bulletEnabled val="1"/>
        </dgm:presLayoutVars>
      </dgm:prSet>
      <dgm:spPr/>
    </dgm:pt>
    <dgm:pt modelId="{91AC3CB0-74FF-DA4A-A612-88ECB9F5D953}" type="pres">
      <dgm:prSet presAssocID="{804BA1F5-43D5-487D-A182-2959400E09F7}" presName="FourConn_2-3" presStyleLbl="fgAccFollowNode1" presStyleIdx="1" presStyleCnt="3">
        <dgm:presLayoutVars>
          <dgm:bulletEnabled val="1"/>
        </dgm:presLayoutVars>
      </dgm:prSet>
      <dgm:spPr/>
    </dgm:pt>
    <dgm:pt modelId="{E2B63BC3-2E04-E34E-A86B-328FDF6F7FF1}" type="pres">
      <dgm:prSet presAssocID="{804BA1F5-43D5-487D-A182-2959400E09F7}" presName="FourConn_3-4" presStyleLbl="fgAccFollowNode1" presStyleIdx="2" presStyleCnt="3">
        <dgm:presLayoutVars>
          <dgm:bulletEnabled val="1"/>
        </dgm:presLayoutVars>
      </dgm:prSet>
      <dgm:spPr/>
    </dgm:pt>
    <dgm:pt modelId="{994A24B5-5760-4D46-932F-1E81A0BE785B}" type="pres">
      <dgm:prSet presAssocID="{804BA1F5-43D5-487D-A182-2959400E09F7}" presName="FourNodes_1_text" presStyleLbl="node1" presStyleIdx="3" presStyleCnt="4">
        <dgm:presLayoutVars>
          <dgm:bulletEnabled val="1"/>
        </dgm:presLayoutVars>
      </dgm:prSet>
      <dgm:spPr/>
    </dgm:pt>
    <dgm:pt modelId="{05FBA237-B1D0-7F49-9FBB-5FBB1D83C8C5}" type="pres">
      <dgm:prSet presAssocID="{804BA1F5-43D5-487D-A182-2959400E09F7}" presName="FourNodes_2_text" presStyleLbl="node1" presStyleIdx="3" presStyleCnt="4">
        <dgm:presLayoutVars>
          <dgm:bulletEnabled val="1"/>
        </dgm:presLayoutVars>
      </dgm:prSet>
      <dgm:spPr/>
    </dgm:pt>
    <dgm:pt modelId="{7EEE58D6-85A5-D44E-AE23-8C50C2683C73}" type="pres">
      <dgm:prSet presAssocID="{804BA1F5-43D5-487D-A182-2959400E09F7}" presName="FourNodes_3_text" presStyleLbl="node1" presStyleIdx="3" presStyleCnt="4">
        <dgm:presLayoutVars>
          <dgm:bulletEnabled val="1"/>
        </dgm:presLayoutVars>
      </dgm:prSet>
      <dgm:spPr/>
    </dgm:pt>
    <dgm:pt modelId="{EE8324B3-053F-2A4A-8670-F0F10E5E7632}" type="pres">
      <dgm:prSet presAssocID="{804BA1F5-43D5-487D-A182-2959400E09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AA7A400-B260-4E0F-9D54-FF69B0E4A5D3}" srcId="{804BA1F5-43D5-487D-A182-2959400E09F7}" destId="{1990BCF3-3971-44DE-A8CF-F4FF46F07F3E}" srcOrd="0" destOrd="0" parTransId="{936D361E-5F11-497E-B404-F3F0B1EC6D0F}" sibTransId="{319C3F7F-F1EA-4996-8273-6F33E5BAAA35}"/>
    <dgm:cxn modelId="{46A4871B-5B18-D54E-8A53-5D60E35F249A}" type="presOf" srcId="{C58A2CA7-D272-481D-ABF4-27A08E59CE25}" destId="{E2B63BC3-2E04-E34E-A86B-328FDF6F7FF1}" srcOrd="0" destOrd="0" presId="urn:microsoft.com/office/officeart/2005/8/layout/vProcess5"/>
    <dgm:cxn modelId="{6F726C30-3E8A-0A49-B3BA-5C7D0FBAAE12}" type="presOf" srcId="{77664A86-6D63-47F1-8A13-DCA46D457C97}" destId="{05FBA237-B1D0-7F49-9FBB-5FBB1D83C8C5}" srcOrd="1" destOrd="0" presId="urn:microsoft.com/office/officeart/2005/8/layout/vProcess5"/>
    <dgm:cxn modelId="{DF98D633-A933-7C40-9865-43C25174CA67}" type="presOf" srcId="{4E86C12D-1BB6-4453-AF1A-24B34FED327A}" destId="{C04B6330-8B49-A244-9A5D-6589B31C75D2}" srcOrd="0" destOrd="0" presId="urn:microsoft.com/office/officeart/2005/8/layout/vProcess5"/>
    <dgm:cxn modelId="{369AC735-C3DC-4A53-B783-F53FC006047D}" srcId="{804BA1F5-43D5-487D-A182-2959400E09F7}" destId="{A7D2359A-73B3-47DB-BD71-FC99B91C35F1}" srcOrd="2" destOrd="0" parTransId="{1C432803-5FE1-4546-8D7C-8134E97710D5}" sibTransId="{C58A2CA7-D272-481D-ABF4-27A08E59CE25}"/>
    <dgm:cxn modelId="{53C4513A-90C7-0B40-8ECD-92163E1E754B}" type="presOf" srcId="{A7D2359A-73B3-47DB-BD71-FC99B91C35F1}" destId="{7EEE58D6-85A5-D44E-AE23-8C50C2683C73}" srcOrd="1" destOrd="0" presId="urn:microsoft.com/office/officeart/2005/8/layout/vProcess5"/>
    <dgm:cxn modelId="{5CD18A3D-C315-0140-8308-A8D22EFA8B88}" type="presOf" srcId="{77664A86-6D63-47F1-8A13-DCA46D457C97}" destId="{D647F376-3ED7-C444-8F14-6F8C5021A998}" srcOrd="0" destOrd="0" presId="urn:microsoft.com/office/officeart/2005/8/layout/vProcess5"/>
    <dgm:cxn modelId="{A9AA9B6C-FC6E-4FD6-9EB8-CC611A1BF1C4}" srcId="{804BA1F5-43D5-487D-A182-2959400E09F7}" destId="{4E86C12D-1BB6-4453-AF1A-24B34FED327A}" srcOrd="3" destOrd="0" parTransId="{EC14365E-BEF5-4852-A42C-A8182051B9DE}" sibTransId="{0E2FE1C9-291B-4C79-8817-A3BB8E3545FD}"/>
    <dgm:cxn modelId="{E0576383-FF81-6A49-BFF4-F3DDAB0DFFAC}" type="presOf" srcId="{265B97FA-D4A1-4FB8-B189-9E59CE38EBFC}" destId="{91AC3CB0-74FF-DA4A-A612-88ECB9F5D953}" srcOrd="0" destOrd="0" presId="urn:microsoft.com/office/officeart/2005/8/layout/vProcess5"/>
    <dgm:cxn modelId="{2ADEFD89-86A8-4029-967D-1FBBC51D3351}" srcId="{804BA1F5-43D5-487D-A182-2959400E09F7}" destId="{77664A86-6D63-47F1-8A13-DCA46D457C97}" srcOrd="1" destOrd="0" parTransId="{A30CB9FE-6EE7-4BB2-AEB4-A5708A58D4EE}" sibTransId="{265B97FA-D4A1-4FB8-B189-9E59CE38EBFC}"/>
    <dgm:cxn modelId="{3134278E-094F-1344-A84C-D7D6221CDECB}" type="presOf" srcId="{1990BCF3-3971-44DE-A8CF-F4FF46F07F3E}" destId="{994A24B5-5760-4D46-932F-1E81A0BE785B}" srcOrd="1" destOrd="0" presId="urn:microsoft.com/office/officeart/2005/8/layout/vProcess5"/>
    <dgm:cxn modelId="{CECB46A2-2366-654B-AA06-F6BFA34AB281}" type="presOf" srcId="{319C3F7F-F1EA-4996-8273-6F33E5BAAA35}" destId="{F902FCB0-1729-E342-BD30-37866290C699}" srcOrd="0" destOrd="0" presId="urn:microsoft.com/office/officeart/2005/8/layout/vProcess5"/>
    <dgm:cxn modelId="{CDF250B4-4E88-8E46-8A49-17733FBC4140}" type="presOf" srcId="{4E86C12D-1BB6-4453-AF1A-24B34FED327A}" destId="{EE8324B3-053F-2A4A-8670-F0F10E5E7632}" srcOrd="1" destOrd="0" presId="urn:microsoft.com/office/officeart/2005/8/layout/vProcess5"/>
    <dgm:cxn modelId="{A58053BB-2432-CD45-A292-37D536B96737}" type="presOf" srcId="{804BA1F5-43D5-487D-A182-2959400E09F7}" destId="{458821F1-93C0-7642-B712-4CE893F508A2}" srcOrd="0" destOrd="0" presId="urn:microsoft.com/office/officeart/2005/8/layout/vProcess5"/>
    <dgm:cxn modelId="{E6EDD7C8-3FA8-A247-849C-89D665B47DB4}" type="presOf" srcId="{1990BCF3-3971-44DE-A8CF-F4FF46F07F3E}" destId="{CED7E44B-473E-DA47-9F1E-1B1C7F3F684A}" srcOrd="0" destOrd="0" presId="urn:microsoft.com/office/officeart/2005/8/layout/vProcess5"/>
    <dgm:cxn modelId="{579AA3D7-D428-D843-BF96-5746C7AD1332}" type="presOf" srcId="{A7D2359A-73B3-47DB-BD71-FC99B91C35F1}" destId="{8A9C31B0-7674-BD44-BEEA-C4976B6AA018}" srcOrd="0" destOrd="0" presId="urn:microsoft.com/office/officeart/2005/8/layout/vProcess5"/>
    <dgm:cxn modelId="{50D370DB-CDA8-9443-89B8-4D7A565931DA}" type="presParOf" srcId="{458821F1-93C0-7642-B712-4CE893F508A2}" destId="{1ECA61E1-E725-5045-B173-05113B8F606B}" srcOrd="0" destOrd="0" presId="urn:microsoft.com/office/officeart/2005/8/layout/vProcess5"/>
    <dgm:cxn modelId="{ABBD612A-A587-6A4A-B386-10EC4D13A298}" type="presParOf" srcId="{458821F1-93C0-7642-B712-4CE893F508A2}" destId="{CED7E44B-473E-DA47-9F1E-1B1C7F3F684A}" srcOrd="1" destOrd="0" presId="urn:microsoft.com/office/officeart/2005/8/layout/vProcess5"/>
    <dgm:cxn modelId="{237E29FD-24CE-0047-B58F-9D6062258E1B}" type="presParOf" srcId="{458821F1-93C0-7642-B712-4CE893F508A2}" destId="{D647F376-3ED7-C444-8F14-6F8C5021A998}" srcOrd="2" destOrd="0" presId="urn:microsoft.com/office/officeart/2005/8/layout/vProcess5"/>
    <dgm:cxn modelId="{9DFE1A96-B184-5F41-AFFB-238557A1FDFE}" type="presParOf" srcId="{458821F1-93C0-7642-B712-4CE893F508A2}" destId="{8A9C31B0-7674-BD44-BEEA-C4976B6AA018}" srcOrd="3" destOrd="0" presId="urn:microsoft.com/office/officeart/2005/8/layout/vProcess5"/>
    <dgm:cxn modelId="{135778D9-82E0-E74E-AF64-721F09B97B4C}" type="presParOf" srcId="{458821F1-93C0-7642-B712-4CE893F508A2}" destId="{C04B6330-8B49-A244-9A5D-6589B31C75D2}" srcOrd="4" destOrd="0" presId="urn:microsoft.com/office/officeart/2005/8/layout/vProcess5"/>
    <dgm:cxn modelId="{6B42AD7E-243A-A442-805B-BF1D994FAEDB}" type="presParOf" srcId="{458821F1-93C0-7642-B712-4CE893F508A2}" destId="{F902FCB0-1729-E342-BD30-37866290C699}" srcOrd="5" destOrd="0" presId="urn:microsoft.com/office/officeart/2005/8/layout/vProcess5"/>
    <dgm:cxn modelId="{128EE16C-99D7-6846-BFF4-E8218A2A3721}" type="presParOf" srcId="{458821F1-93C0-7642-B712-4CE893F508A2}" destId="{91AC3CB0-74FF-DA4A-A612-88ECB9F5D953}" srcOrd="6" destOrd="0" presId="urn:microsoft.com/office/officeart/2005/8/layout/vProcess5"/>
    <dgm:cxn modelId="{FAE24875-F487-AF4E-B6E2-FA62C82E235A}" type="presParOf" srcId="{458821F1-93C0-7642-B712-4CE893F508A2}" destId="{E2B63BC3-2E04-E34E-A86B-328FDF6F7FF1}" srcOrd="7" destOrd="0" presId="urn:microsoft.com/office/officeart/2005/8/layout/vProcess5"/>
    <dgm:cxn modelId="{C438526D-0849-9C4D-8460-F76FD911B4AC}" type="presParOf" srcId="{458821F1-93C0-7642-B712-4CE893F508A2}" destId="{994A24B5-5760-4D46-932F-1E81A0BE785B}" srcOrd="8" destOrd="0" presId="urn:microsoft.com/office/officeart/2005/8/layout/vProcess5"/>
    <dgm:cxn modelId="{A40F49C9-91D9-3244-ACC7-D9154501F4F9}" type="presParOf" srcId="{458821F1-93C0-7642-B712-4CE893F508A2}" destId="{05FBA237-B1D0-7F49-9FBB-5FBB1D83C8C5}" srcOrd="9" destOrd="0" presId="urn:microsoft.com/office/officeart/2005/8/layout/vProcess5"/>
    <dgm:cxn modelId="{29D502A4-47FA-724D-87F9-D3FE0DC709FD}" type="presParOf" srcId="{458821F1-93C0-7642-B712-4CE893F508A2}" destId="{7EEE58D6-85A5-D44E-AE23-8C50C2683C73}" srcOrd="10" destOrd="0" presId="urn:microsoft.com/office/officeart/2005/8/layout/vProcess5"/>
    <dgm:cxn modelId="{FD1A84BF-9ECF-344A-BB01-41ED46E0D7A2}" type="presParOf" srcId="{458821F1-93C0-7642-B712-4CE893F508A2}" destId="{EE8324B3-053F-2A4A-8670-F0F10E5E763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04BA1F5-43D5-487D-A182-2959400E09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90BCF3-3971-44DE-A8CF-F4FF46F07F3E}">
      <dgm:prSet/>
      <dgm:spPr>
        <a:solidFill>
          <a:schemeClr val="accent5"/>
        </a:solidFill>
      </dgm:spPr>
      <dgm:t>
        <a:bodyPr/>
        <a:lstStyle/>
        <a:p>
          <a:r>
            <a:rPr lang="en-US" dirty="0"/>
            <a:t>Swing Decision</a:t>
          </a:r>
        </a:p>
      </dgm:t>
    </dgm:pt>
    <dgm:pt modelId="{936D361E-5F11-497E-B404-F3F0B1EC6D0F}" type="parTrans" cxnId="{FAA7A400-B260-4E0F-9D54-FF69B0E4A5D3}">
      <dgm:prSet/>
      <dgm:spPr/>
      <dgm:t>
        <a:bodyPr/>
        <a:lstStyle/>
        <a:p>
          <a:endParaRPr lang="en-US"/>
        </a:p>
      </dgm:t>
    </dgm:pt>
    <dgm:pt modelId="{319C3F7F-F1EA-4996-8273-6F33E5BAAA35}" type="sibTrans" cxnId="{FAA7A400-B260-4E0F-9D54-FF69B0E4A5D3}">
      <dgm:prSet/>
      <dgm:spPr>
        <a:solidFill>
          <a:schemeClr val="bg2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7664A86-6D63-47F1-8A13-DCA46D457C97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/>
            <a:t>Contact</a:t>
          </a:r>
        </a:p>
      </dgm:t>
    </dgm:pt>
    <dgm:pt modelId="{A30CB9FE-6EE7-4BB2-AEB4-A5708A58D4EE}" type="parTrans" cxnId="{2ADEFD89-86A8-4029-967D-1FBBC51D3351}">
      <dgm:prSet/>
      <dgm:spPr/>
      <dgm:t>
        <a:bodyPr/>
        <a:lstStyle/>
        <a:p>
          <a:endParaRPr lang="en-US"/>
        </a:p>
      </dgm:t>
    </dgm:pt>
    <dgm:pt modelId="{265B97FA-D4A1-4FB8-B189-9E59CE38EBFC}" type="sibTrans" cxnId="{2ADEFD89-86A8-4029-967D-1FBBC51D3351}">
      <dgm:prSet/>
      <dgm:spPr>
        <a:solidFill>
          <a:schemeClr val="bg2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7D2359A-73B3-47DB-BD71-FC99B91C35F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/>
            <a:t>Power</a:t>
          </a:r>
        </a:p>
      </dgm:t>
    </dgm:pt>
    <dgm:pt modelId="{1C432803-5FE1-4546-8D7C-8134E97710D5}" type="parTrans" cxnId="{369AC735-C3DC-4A53-B783-F53FC006047D}">
      <dgm:prSet/>
      <dgm:spPr/>
      <dgm:t>
        <a:bodyPr/>
        <a:lstStyle/>
        <a:p>
          <a:endParaRPr lang="en-US"/>
        </a:p>
      </dgm:t>
    </dgm:pt>
    <dgm:pt modelId="{C58A2CA7-D272-481D-ABF4-27A08E59CE25}" type="sibTrans" cxnId="{369AC735-C3DC-4A53-B783-F53FC006047D}">
      <dgm:prSet/>
      <dgm:spPr>
        <a:solidFill>
          <a:schemeClr val="bg2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4E86C12D-1BB6-4453-AF1A-24B34FED327A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/>
            <a:t>Speed</a:t>
          </a:r>
        </a:p>
      </dgm:t>
    </dgm:pt>
    <dgm:pt modelId="{EC14365E-BEF5-4852-A42C-A8182051B9DE}" type="parTrans" cxnId="{A9AA9B6C-FC6E-4FD6-9EB8-CC611A1BF1C4}">
      <dgm:prSet/>
      <dgm:spPr/>
      <dgm:t>
        <a:bodyPr/>
        <a:lstStyle/>
        <a:p>
          <a:endParaRPr lang="en-US"/>
        </a:p>
      </dgm:t>
    </dgm:pt>
    <dgm:pt modelId="{0E2FE1C9-291B-4C79-8817-A3BB8E3545FD}" type="sibTrans" cxnId="{A9AA9B6C-FC6E-4FD6-9EB8-CC611A1BF1C4}">
      <dgm:prSet/>
      <dgm:spPr/>
      <dgm:t>
        <a:bodyPr/>
        <a:lstStyle/>
        <a:p>
          <a:endParaRPr lang="en-US"/>
        </a:p>
      </dgm:t>
    </dgm:pt>
    <dgm:pt modelId="{458821F1-93C0-7642-B712-4CE893F508A2}" type="pres">
      <dgm:prSet presAssocID="{804BA1F5-43D5-487D-A182-2959400E09F7}" presName="outerComposite" presStyleCnt="0">
        <dgm:presLayoutVars>
          <dgm:chMax val="5"/>
          <dgm:dir/>
          <dgm:resizeHandles val="exact"/>
        </dgm:presLayoutVars>
      </dgm:prSet>
      <dgm:spPr/>
    </dgm:pt>
    <dgm:pt modelId="{1ECA61E1-E725-5045-B173-05113B8F606B}" type="pres">
      <dgm:prSet presAssocID="{804BA1F5-43D5-487D-A182-2959400E09F7}" presName="dummyMaxCanvas" presStyleCnt="0">
        <dgm:presLayoutVars/>
      </dgm:prSet>
      <dgm:spPr/>
    </dgm:pt>
    <dgm:pt modelId="{CED7E44B-473E-DA47-9F1E-1B1C7F3F684A}" type="pres">
      <dgm:prSet presAssocID="{804BA1F5-43D5-487D-A182-2959400E09F7}" presName="FourNodes_1" presStyleLbl="node1" presStyleIdx="0" presStyleCnt="4">
        <dgm:presLayoutVars>
          <dgm:bulletEnabled val="1"/>
        </dgm:presLayoutVars>
      </dgm:prSet>
      <dgm:spPr/>
    </dgm:pt>
    <dgm:pt modelId="{D647F376-3ED7-C444-8F14-6F8C5021A998}" type="pres">
      <dgm:prSet presAssocID="{804BA1F5-43D5-487D-A182-2959400E09F7}" presName="FourNodes_2" presStyleLbl="node1" presStyleIdx="1" presStyleCnt="4">
        <dgm:presLayoutVars>
          <dgm:bulletEnabled val="1"/>
        </dgm:presLayoutVars>
      </dgm:prSet>
      <dgm:spPr/>
    </dgm:pt>
    <dgm:pt modelId="{8A9C31B0-7674-BD44-BEEA-C4976B6AA018}" type="pres">
      <dgm:prSet presAssocID="{804BA1F5-43D5-487D-A182-2959400E09F7}" presName="FourNodes_3" presStyleLbl="node1" presStyleIdx="2" presStyleCnt="4">
        <dgm:presLayoutVars>
          <dgm:bulletEnabled val="1"/>
        </dgm:presLayoutVars>
      </dgm:prSet>
      <dgm:spPr/>
    </dgm:pt>
    <dgm:pt modelId="{C04B6330-8B49-A244-9A5D-6589B31C75D2}" type="pres">
      <dgm:prSet presAssocID="{804BA1F5-43D5-487D-A182-2959400E09F7}" presName="FourNodes_4" presStyleLbl="node1" presStyleIdx="3" presStyleCnt="4">
        <dgm:presLayoutVars>
          <dgm:bulletEnabled val="1"/>
        </dgm:presLayoutVars>
      </dgm:prSet>
      <dgm:spPr/>
    </dgm:pt>
    <dgm:pt modelId="{F902FCB0-1729-E342-BD30-37866290C699}" type="pres">
      <dgm:prSet presAssocID="{804BA1F5-43D5-487D-A182-2959400E09F7}" presName="FourConn_1-2" presStyleLbl="fgAccFollowNode1" presStyleIdx="0" presStyleCnt="3">
        <dgm:presLayoutVars>
          <dgm:bulletEnabled val="1"/>
        </dgm:presLayoutVars>
      </dgm:prSet>
      <dgm:spPr/>
    </dgm:pt>
    <dgm:pt modelId="{91AC3CB0-74FF-DA4A-A612-88ECB9F5D953}" type="pres">
      <dgm:prSet presAssocID="{804BA1F5-43D5-487D-A182-2959400E09F7}" presName="FourConn_2-3" presStyleLbl="fgAccFollowNode1" presStyleIdx="1" presStyleCnt="3">
        <dgm:presLayoutVars>
          <dgm:bulletEnabled val="1"/>
        </dgm:presLayoutVars>
      </dgm:prSet>
      <dgm:spPr/>
    </dgm:pt>
    <dgm:pt modelId="{E2B63BC3-2E04-E34E-A86B-328FDF6F7FF1}" type="pres">
      <dgm:prSet presAssocID="{804BA1F5-43D5-487D-A182-2959400E09F7}" presName="FourConn_3-4" presStyleLbl="fgAccFollowNode1" presStyleIdx="2" presStyleCnt="3">
        <dgm:presLayoutVars>
          <dgm:bulletEnabled val="1"/>
        </dgm:presLayoutVars>
      </dgm:prSet>
      <dgm:spPr/>
    </dgm:pt>
    <dgm:pt modelId="{994A24B5-5760-4D46-932F-1E81A0BE785B}" type="pres">
      <dgm:prSet presAssocID="{804BA1F5-43D5-487D-A182-2959400E09F7}" presName="FourNodes_1_text" presStyleLbl="node1" presStyleIdx="3" presStyleCnt="4">
        <dgm:presLayoutVars>
          <dgm:bulletEnabled val="1"/>
        </dgm:presLayoutVars>
      </dgm:prSet>
      <dgm:spPr/>
    </dgm:pt>
    <dgm:pt modelId="{05FBA237-B1D0-7F49-9FBB-5FBB1D83C8C5}" type="pres">
      <dgm:prSet presAssocID="{804BA1F5-43D5-487D-A182-2959400E09F7}" presName="FourNodes_2_text" presStyleLbl="node1" presStyleIdx="3" presStyleCnt="4">
        <dgm:presLayoutVars>
          <dgm:bulletEnabled val="1"/>
        </dgm:presLayoutVars>
      </dgm:prSet>
      <dgm:spPr/>
    </dgm:pt>
    <dgm:pt modelId="{7EEE58D6-85A5-D44E-AE23-8C50C2683C73}" type="pres">
      <dgm:prSet presAssocID="{804BA1F5-43D5-487D-A182-2959400E09F7}" presName="FourNodes_3_text" presStyleLbl="node1" presStyleIdx="3" presStyleCnt="4">
        <dgm:presLayoutVars>
          <dgm:bulletEnabled val="1"/>
        </dgm:presLayoutVars>
      </dgm:prSet>
      <dgm:spPr/>
    </dgm:pt>
    <dgm:pt modelId="{EE8324B3-053F-2A4A-8670-F0F10E5E7632}" type="pres">
      <dgm:prSet presAssocID="{804BA1F5-43D5-487D-A182-2959400E09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AA7A400-B260-4E0F-9D54-FF69B0E4A5D3}" srcId="{804BA1F5-43D5-487D-A182-2959400E09F7}" destId="{1990BCF3-3971-44DE-A8CF-F4FF46F07F3E}" srcOrd="0" destOrd="0" parTransId="{936D361E-5F11-497E-B404-F3F0B1EC6D0F}" sibTransId="{319C3F7F-F1EA-4996-8273-6F33E5BAAA35}"/>
    <dgm:cxn modelId="{46A4871B-5B18-D54E-8A53-5D60E35F249A}" type="presOf" srcId="{C58A2CA7-D272-481D-ABF4-27A08E59CE25}" destId="{E2B63BC3-2E04-E34E-A86B-328FDF6F7FF1}" srcOrd="0" destOrd="0" presId="urn:microsoft.com/office/officeart/2005/8/layout/vProcess5"/>
    <dgm:cxn modelId="{6F726C30-3E8A-0A49-B3BA-5C7D0FBAAE12}" type="presOf" srcId="{77664A86-6D63-47F1-8A13-DCA46D457C97}" destId="{05FBA237-B1D0-7F49-9FBB-5FBB1D83C8C5}" srcOrd="1" destOrd="0" presId="urn:microsoft.com/office/officeart/2005/8/layout/vProcess5"/>
    <dgm:cxn modelId="{DF98D633-A933-7C40-9865-43C25174CA67}" type="presOf" srcId="{4E86C12D-1BB6-4453-AF1A-24B34FED327A}" destId="{C04B6330-8B49-A244-9A5D-6589B31C75D2}" srcOrd="0" destOrd="0" presId="urn:microsoft.com/office/officeart/2005/8/layout/vProcess5"/>
    <dgm:cxn modelId="{369AC735-C3DC-4A53-B783-F53FC006047D}" srcId="{804BA1F5-43D5-487D-A182-2959400E09F7}" destId="{A7D2359A-73B3-47DB-BD71-FC99B91C35F1}" srcOrd="2" destOrd="0" parTransId="{1C432803-5FE1-4546-8D7C-8134E97710D5}" sibTransId="{C58A2CA7-D272-481D-ABF4-27A08E59CE25}"/>
    <dgm:cxn modelId="{53C4513A-90C7-0B40-8ECD-92163E1E754B}" type="presOf" srcId="{A7D2359A-73B3-47DB-BD71-FC99B91C35F1}" destId="{7EEE58D6-85A5-D44E-AE23-8C50C2683C73}" srcOrd="1" destOrd="0" presId="urn:microsoft.com/office/officeart/2005/8/layout/vProcess5"/>
    <dgm:cxn modelId="{5CD18A3D-C315-0140-8308-A8D22EFA8B88}" type="presOf" srcId="{77664A86-6D63-47F1-8A13-DCA46D457C97}" destId="{D647F376-3ED7-C444-8F14-6F8C5021A998}" srcOrd="0" destOrd="0" presId="urn:microsoft.com/office/officeart/2005/8/layout/vProcess5"/>
    <dgm:cxn modelId="{A9AA9B6C-FC6E-4FD6-9EB8-CC611A1BF1C4}" srcId="{804BA1F5-43D5-487D-A182-2959400E09F7}" destId="{4E86C12D-1BB6-4453-AF1A-24B34FED327A}" srcOrd="3" destOrd="0" parTransId="{EC14365E-BEF5-4852-A42C-A8182051B9DE}" sibTransId="{0E2FE1C9-291B-4C79-8817-A3BB8E3545FD}"/>
    <dgm:cxn modelId="{E0576383-FF81-6A49-BFF4-F3DDAB0DFFAC}" type="presOf" srcId="{265B97FA-D4A1-4FB8-B189-9E59CE38EBFC}" destId="{91AC3CB0-74FF-DA4A-A612-88ECB9F5D953}" srcOrd="0" destOrd="0" presId="urn:microsoft.com/office/officeart/2005/8/layout/vProcess5"/>
    <dgm:cxn modelId="{2ADEFD89-86A8-4029-967D-1FBBC51D3351}" srcId="{804BA1F5-43D5-487D-A182-2959400E09F7}" destId="{77664A86-6D63-47F1-8A13-DCA46D457C97}" srcOrd="1" destOrd="0" parTransId="{A30CB9FE-6EE7-4BB2-AEB4-A5708A58D4EE}" sibTransId="{265B97FA-D4A1-4FB8-B189-9E59CE38EBFC}"/>
    <dgm:cxn modelId="{3134278E-094F-1344-A84C-D7D6221CDECB}" type="presOf" srcId="{1990BCF3-3971-44DE-A8CF-F4FF46F07F3E}" destId="{994A24B5-5760-4D46-932F-1E81A0BE785B}" srcOrd="1" destOrd="0" presId="urn:microsoft.com/office/officeart/2005/8/layout/vProcess5"/>
    <dgm:cxn modelId="{CECB46A2-2366-654B-AA06-F6BFA34AB281}" type="presOf" srcId="{319C3F7F-F1EA-4996-8273-6F33E5BAAA35}" destId="{F902FCB0-1729-E342-BD30-37866290C699}" srcOrd="0" destOrd="0" presId="urn:microsoft.com/office/officeart/2005/8/layout/vProcess5"/>
    <dgm:cxn modelId="{CDF250B4-4E88-8E46-8A49-17733FBC4140}" type="presOf" srcId="{4E86C12D-1BB6-4453-AF1A-24B34FED327A}" destId="{EE8324B3-053F-2A4A-8670-F0F10E5E7632}" srcOrd="1" destOrd="0" presId="urn:microsoft.com/office/officeart/2005/8/layout/vProcess5"/>
    <dgm:cxn modelId="{A58053BB-2432-CD45-A292-37D536B96737}" type="presOf" srcId="{804BA1F5-43D5-487D-A182-2959400E09F7}" destId="{458821F1-93C0-7642-B712-4CE893F508A2}" srcOrd="0" destOrd="0" presId="urn:microsoft.com/office/officeart/2005/8/layout/vProcess5"/>
    <dgm:cxn modelId="{E6EDD7C8-3FA8-A247-849C-89D665B47DB4}" type="presOf" srcId="{1990BCF3-3971-44DE-A8CF-F4FF46F07F3E}" destId="{CED7E44B-473E-DA47-9F1E-1B1C7F3F684A}" srcOrd="0" destOrd="0" presId="urn:microsoft.com/office/officeart/2005/8/layout/vProcess5"/>
    <dgm:cxn modelId="{579AA3D7-D428-D843-BF96-5746C7AD1332}" type="presOf" srcId="{A7D2359A-73B3-47DB-BD71-FC99B91C35F1}" destId="{8A9C31B0-7674-BD44-BEEA-C4976B6AA018}" srcOrd="0" destOrd="0" presId="urn:microsoft.com/office/officeart/2005/8/layout/vProcess5"/>
    <dgm:cxn modelId="{50D370DB-CDA8-9443-89B8-4D7A565931DA}" type="presParOf" srcId="{458821F1-93C0-7642-B712-4CE893F508A2}" destId="{1ECA61E1-E725-5045-B173-05113B8F606B}" srcOrd="0" destOrd="0" presId="urn:microsoft.com/office/officeart/2005/8/layout/vProcess5"/>
    <dgm:cxn modelId="{ABBD612A-A587-6A4A-B386-10EC4D13A298}" type="presParOf" srcId="{458821F1-93C0-7642-B712-4CE893F508A2}" destId="{CED7E44B-473E-DA47-9F1E-1B1C7F3F684A}" srcOrd="1" destOrd="0" presId="urn:microsoft.com/office/officeart/2005/8/layout/vProcess5"/>
    <dgm:cxn modelId="{237E29FD-24CE-0047-B58F-9D6062258E1B}" type="presParOf" srcId="{458821F1-93C0-7642-B712-4CE893F508A2}" destId="{D647F376-3ED7-C444-8F14-6F8C5021A998}" srcOrd="2" destOrd="0" presId="urn:microsoft.com/office/officeart/2005/8/layout/vProcess5"/>
    <dgm:cxn modelId="{9DFE1A96-B184-5F41-AFFB-238557A1FDFE}" type="presParOf" srcId="{458821F1-93C0-7642-B712-4CE893F508A2}" destId="{8A9C31B0-7674-BD44-BEEA-C4976B6AA018}" srcOrd="3" destOrd="0" presId="urn:microsoft.com/office/officeart/2005/8/layout/vProcess5"/>
    <dgm:cxn modelId="{135778D9-82E0-E74E-AF64-721F09B97B4C}" type="presParOf" srcId="{458821F1-93C0-7642-B712-4CE893F508A2}" destId="{C04B6330-8B49-A244-9A5D-6589B31C75D2}" srcOrd="4" destOrd="0" presId="urn:microsoft.com/office/officeart/2005/8/layout/vProcess5"/>
    <dgm:cxn modelId="{6B42AD7E-243A-A442-805B-BF1D994FAEDB}" type="presParOf" srcId="{458821F1-93C0-7642-B712-4CE893F508A2}" destId="{F902FCB0-1729-E342-BD30-37866290C699}" srcOrd="5" destOrd="0" presId="urn:microsoft.com/office/officeart/2005/8/layout/vProcess5"/>
    <dgm:cxn modelId="{128EE16C-99D7-6846-BFF4-E8218A2A3721}" type="presParOf" srcId="{458821F1-93C0-7642-B712-4CE893F508A2}" destId="{91AC3CB0-74FF-DA4A-A612-88ECB9F5D953}" srcOrd="6" destOrd="0" presId="urn:microsoft.com/office/officeart/2005/8/layout/vProcess5"/>
    <dgm:cxn modelId="{FAE24875-F487-AF4E-B6E2-FA62C82E235A}" type="presParOf" srcId="{458821F1-93C0-7642-B712-4CE893F508A2}" destId="{E2B63BC3-2E04-E34E-A86B-328FDF6F7FF1}" srcOrd="7" destOrd="0" presId="urn:microsoft.com/office/officeart/2005/8/layout/vProcess5"/>
    <dgm:cxn modelId="{C438526D-0849-9C4D-8460-F76FD911B4AC}" type="presParOf" srcId="{458821F1-93C0-7642-B712-4CE893F508A2}" destId="{994A24B5-5760-4D46-932F-1E81A0BE785B}" srcOrd="8" destOrd="0" presId="urn:microsoft.com/office/officeart/2005/8/layout/vProcess5"/>
    <dgm:cxn modelId="{A40F49C9-91D9-3244-ACC7-D9154501F4F9}" type="presParOf" srcId="{458821F1-93C0-7642-B712-4CE893F508A2}" destId="{05FBA237-B1D0-7F49-9FBB-5FBB1D83C8C5}" srcOrd="9" destOrd="0" presId="urn:microsoft.com/office/officeart/2005/8/layout/vProcess5"/>
    <dgm:cxn modelId="{29D502A4-47FA-724D-87F9-D3FE0DC709FD}" type="presParOf" srcId="{458821F1-93C0-7642-B712-4CE893F508A2}" destId="{7EEE58D6-85A5-D44E-AE23-8C50C2683C73}" srcOrd="10" destOrd="0" presId="urn:microsoft.com/office/officeart/2005/8/layout/vProcess5"/>
    <dgm:cxn modelId="{FD1A84BF-9ECF-344A-BB01-41ED46E0D7A2}" type="presParOf" srcId="{458821F1-93C0-7642-B712-4CE893F508A2}" destId="{EE8324B3-053F-2A4A-8670-F0F10E5E763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088268E-AC1A-DE42-B79D-80A7ACBA3766}" type="doc">
      <dgm:prSet loTypeId="urn:microsoft.com/office/officeart/2008/layout/HalfCircleOrganizationChart" loCatId="icon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BE7D4A65-3FB7-7045-ABEB-A03C997A1D06}">
      <dgm:prSet/>
      <dgm:spPr/>
      <dgm:t>
        <a:bodyPr/>
        <a:lstStyle/>
        <a:p>
          <a:r>
            <a:rPr lang="en-US" dirty="0"/>
            <a:t>Swing Decision Grade is:</a:t>
          </a:r>
        </a:p>
      </dgm:t>
    </dgm:pt>
    <dgm:pt modelId="{536B54EB-6C35-D949-811A-111A9EE961EA}" type="parTrans" cxnId="{ADAEA5FD-9717-E841-A722-03AA8E10EED6}">
      <dgm:prSet/>
      <dgm:spPr/>
      <dgm:t>
        <a:bodyPr/>
        <a:lstStyle/>
        <a:p>
          <a:endParaRPr lang="en-US"/>
        </a:p>
      </dgm:t>
    </dgm:pt>
    <dgm:pt modelId="{D8E0FAC5-84CD-564A-97DF-463E4709AA9E}" type="sibTrans" cxnId="{ADAEA5FD-9717-E841-A722-03AA8E10EED6}">
      <dgm:prSet/>
      <dgm:spPr/>
      <dgm:t>
        <a:bodyPr/>
        <a:lstStyle/>
        <a:p>
          <a:endParaRPr lang="en-US"/>
        </a:p>
      </dgm:t>
    </dgm:pt>
    <dgm:pt modelId="{BD84567F-4526-F641-A110-CE2F44C9853F}">
      <dgm:prSet/>
      <dgm:spPr/>
      <dgm:t>
        <a:bodyPr/>
        <a:lstStyle/>
        <a:p>
          <a:r>
            <a:rPr lang="en-US" dirty="0"/>
            <a:t>If the hitter swings</a:t>
          </a:r>
        </a:p>
      </dgm:t>
    </dgm:pt>
    <dgm:pt modelId="{6481B3AD-4352-4947-8BD6-69FC665738B5}" type="parTrans" cxnId="{707F1487-2202-6748-B79D-24520856EBE2}">
      <dgm:prSet/>
      <dgm:spPr/>
      <dgm:t>
        <a:bodyPr/>
        <a:lstStyle/>
        <a:p>
          <a:endParaRPr lang="en-US"/>
        </a:p>
      </dgm:t>
    </dgm:pt>
    <dgm:pt modelId="{E6AAE786-4E5B-DC47-A19B-D4CB6A7F0BAA}" type="sibTrans" cxnId="{707F1487-2202-6748-B79D-24520856EBE2}">
      <dgm:prSet/>
      <dgm:spPr/>
      <dgm:t>
        <a:bodyPr/>
        <a:lstStyle/>
        <a:p>
          <a:endParaRPr lang="en-US"/>
        </a:p>
      </dgm:t>
    </dgm:pt>
    <dgm:pt modelId="{AEEA9655-7EC1-694C-80D2-D5E83AE73A5B}">
      <dgm:prSet/>
      <dgm:spPr/>
      <dgm:t>
        <a:bodyPr/>
        <a:lstStyle/>
        <a:p>
          <a:r>
            <a:rPr lang="en-US" dirty="0"/>
            <a:t>If the Hitter Takes</a:t>
          </a:r>
        </a:p>
      </dgm:t>
    </dgm:pt>
    <dgm:pt modelId="{7D5EA158-6006-5446-8B02-608D53C6846E}" type="parTrans" cxnId="{D9745087-A6FE-EE46-ACA2-E5673D35DCDC}">
      <dgm:prSet/>
      <dgm:spPr/>
      <dgm:t>
        <a:bodyPr/>
        <a:lstStyle/>
        <a:p>
          <a:endParaRPr lang="en-US"/>
        </a:p>
      </dgm:t>
    </dgm:pt>
    <dgm:pt modelId="{C32ADF5C-11C4-C041-A209-BCADD20B75EA}" type="sibTrans" cxnId="{D9745087-A6FE-EE46-ACA2-E5673D35DCDC}">
      <dgm:prSet/>
      <dgm:spPr/>
      <dgm:t>
        <a:bodyPr/>
        <a:lstStyle/>
        <a:p>
          <a:endParaRPr lang="en-US"/>
        </a:p>
      </dgm:t>
    </dgm:pt>
    <dgm:pt modelId="{8605D3E2-4E16-A545-9DDF-1D9DE1B9136B}">
      <dgm:prSet/>
      <dgm:spPr/>
      <dgm:t>
        <a:bodyPr/>
        <a:lstStyle/>
        <a:p>
          <a:r>
            <a:rPr lang="en-US" dirty="0"/>
            <a:t>Swing Value – Pitch Value </a:t>
          </a:r>
        </a:p>
      </dgm:t>
    </dgm:pt>
    <dgm:pt modelId="{8A2DA3B3-71E8-7640-B228-F5FCAFD4DFA4}" type="parTrans" cxnId="{E1B68506-F9F0-6F46-BB75-BD0E59937734}">
      <dgm:prSet/>
      <dgm:spPr/>
      <dgm:t>
        <a:bodyPr/>
        <a:lstStyle/>
        <a:p>
          <a:endParaRPr lang="en-US"/>
        </a:p>
      </dgm:t>
    </dgm:pt>
    <dgm:pt modelId="{D3C51018-FA46-8B43-908B-9714D0929013}" type="sibTrans" cxnId="{E1B68506-F9F0-6F46-BB75-BD0E59937734}">
      <dgm:prSet/>
      <dgm:spPr/>
      <dgm:t>
        <a:bodyPr/>
        <a:lstStyle/>
        <a:p>
          <a:endParaRPr lang="en-US"/>
        </a:p>
      </dgm:t>
    </dgm:pt>
    <dgm:pt modelId="{3C523232-F628-FD46-B25E-24400A9A7DFE}">
      <dgm:prSet/>
      <dgm:spPr/>
      <dgm:t>
        <a:bodyPr/>
        <a:lstStyle/>
        <a:p>
          <a:r>
            <a:rPr lang="en-US" dirty="0"/>
            <a:t>Take Value – Pitch Value</a:t>
          </a:r>
        </a:p>
      </dgm:t>
    </dgm:pt>
    <dgm:pt modelId="{B640D362-DE7E-D24C-AC4A-A4A6CE3AA066}" type="parTrans" cxnId="{693AE15D-851B-7942-94B2-4D9242A7BDE8}">
      <dgm:prSet/>
      <dgm:spPr/>
      <dgm:t>
        <a:bodyPr/>
        <a:lstStyle/>
        <a:p>
          <a:endParaRPr lang="en-US"/>
        </a:p>
      </dgm:t>
    </dgm:pt>
    <dgm:pt modelId="{5299D2A9-B6FA-5745-8A05-3D0CA3CCCA5C}" type="sibTrans" cxnId="{693AE15D-851B-7942-94B2-4D9242A7BDE8}">
      <dgm:prSet/>
      <dgm:spPr/>
      <dgm:t>
        <a:bodyPr/>
        <a:lstStyle/>
        <a:p>
          <a:endParaRPr lang="en-US"/>
        </a:p>
      </dgm:t>
    </dgm:pt>
    <dgm:pt modelId="{D1115DCE-2A70-924E-9893-F0CE51E034CB}" type="pres">
      <dgm:prSet presAssocID="{C088268E-AC1A-DE42-B79D-80A7ACBA3766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8C25FDA7-F666-8649-B344-BD9F2DDF1DE7}" type="pres">
      <dgm:prSet presAssocID="{BE7D4A65-3FB7-7045-ABEB-A03C997A1D06}" presName="hierRoot1" presStyleCnt="0">
        <dgm:presLayoutVars>
          <dgm:hierBranch val="init"/>
        </dgm:presLayoutVars>
      </dgm:prSet>
      <dgm:spPr/>
    </dgm:pt>
    <dgm:pt modelId="{3E1BCB23-EE66-7248-BD78-09347C906BD3}" type="pres">
      <dgm:prSet presAssocID="{BE7D4A65-3FB7-7045-ABEB-A03C997A1D06}" presName="rootComposite1" presStyleCnt="0"/>
      <dgm:spPr/>
    </dgm:pt>
    <dgm:pt modelId="{77309170-F0FE-644D-B70A-2836442C66DC}" type="pres">
      <dgm:prSet presAssocID="{BE7D4A65-3FB7-7045-ABEB-A03C997A1D06}" presName="rootText1" presStyleLbl="alignAcc1" presStyleIdx="0" presStyleCnt="0" custLinFactNeighborX="54251" custLinFactNeighborY="1450">
        <dgm:presLayoutVars>
          <dgm:chPref val="3"/>
        </dgm:presLayoutVars>
      </dgm:prSet>
      <dgm:spPr/>
    </dgm:pt>
    <dgm:pt modelId="{A86B71E7-E3C4-394C-8E16-1CD98756A313}" type="pres">
      <dgm:prSet presAssocID="{BE7D4A65-3FB7-7045-ABEB-A03C997A1D06}" presName="topArc1" presStyleLbl="parChTrans1D1" presStyleIdx="0" presStyleCnt="10"/>
      <dgm:spPr/>
    </dgm:pt>
    <dgm:pt modelId="{E3E4F8E8-C7C7-9B4C-A649-0A30678F55E3}" type="pres">
      <dgm:prSet presAssocID="{BE7D4A65-3FB7-7045-ABEB-A03C997A1D06}" presName="bottomArc1" presStyleLbl="parChTrans1D1" presStyleIdx="1" presStyleCnt="10"/>
      <dgm:spPr/>
    </dgm:pt>
    <dgm:pt modelId="{4A8A0DF6-6A97-0749-AD45-4C9D8C7E083B}" type="pres">
      <dgm:prSet presAssocID="{BE7D4A65-3FB7-7045-ABEB-A03C997A1D06}" presName="topConnNode1" presStyleLbl="node1" presStyleIdx="0" presStyleCnt="0"/>
      <dgm:spPr/>
    </dgm:pt>
    <dgm:pt modelId="{77B6DE83-10D8-744D-85E5-D8ED25017D3A}" type="pres">
      <dgm:prSet presAssocID="{BE7D4A65-3FB7-7045-ABEB-A03C997A1D06}" presName="hierChild2" presStyleCnt="0"/>
      <dgm:spPr/>
    </dgm:pt>
    <dgm:pt modelId="{016F11D8-C647-A44B-8B7C-11C737C9F093}" type="pres">
      <dgm:prSet presAssocID="{6481B3AD-4352-4947-8BD6-69FC665738B5}" presName="Name28" presStyleLbl="parChTrans1D2" presStyleIdx="0" presStyleCnt="2"/>
      <dgm:spPr/>
    </dgm:pt>
    <dgm:pt modelId="{29F5D7F4-047A-8E42-8281-6EF24FECD76B}" type="pres">
      <dgm:prSet presAssocID="{BD84567F-4526-F641-A110-CE2F44C9853F}" presName="hierRoot2" presStyleCnt="0">
        <dgm:presLayoutVars>
          <dgm:hierBranch val="init"/>
        </dgm:presLayoutVars>
      </dgm:prSet>
      <dgm:spPr/>
    </dgm:pt>
    <dgm:pt modelId="{F6885FE7-FDD0-3F47-8331-CDAF81D2C15F}" type="pres">
      <dgm:prSet presAssocID="{BD84567F-4526-F641-A110-CE2F44C9853F}" presName="rootComposite2" presStyleCnt="0"/>
      <dgm:spPr/>
    </dgm:pt>
    <dgm:pt modelId="{E6276E38-E8FC-1B45-9AE8-A27D7CFE47D2}" type="pres">
      <dgm:prSet presAssocID="{BD84567F-4526-F641-A110-CE2F44C9853F}" presName="rootText2" presStyleLbl="alignAcc1" presStyleIdx="0" presStyleCnt="0" custLinFactNeighborX="58916" custLinFactNeighborY="-449">
        <dgm:presLayoutVars>
          <dgm:chPref val="3"/>
        </dgm:presLayoutVars>
      </dgm:prSet>
      <dgm:spPr/>
    </dgm:pt>
    <dgm:pt modelId="{FDC55191-8C40-B346-8A69-5C45D13CE905}" type="pres">
      <dgm:prSet presAssocID="{BD84567F-4526-F641-A110-CE2F44C9853F}" presName="topArc2" presStyleLbl="parChTrans1D1" presStyleIdx="2" presStyleCnt="10"/>
      <dgm:spPr/>
    </dgm:pt>
    <dgm:pt modelId="{70E39B76-9FA7-FB47-816E-AE460CF3AE93}" type="pres">
      <dgm:prSet presAssocID="{BD84567F-4526-F641-A110-CE2F44C9853F}" presName="bottomArc2" presStyleLbl="parChTrans1D1" presStyleIdx="3" presStyleCnt="10"/>
      <dgm:spPr/>
    </dgm:pt>
    <dgm:pt modelId="{6B9FB9A6-4EA2-8343-9273-812C8AD6F3AF}" type="pres">
      <dgm:prSet presAssocID="{BD84567F-4526-F641-A110-CE2F44C9853F}" presName="topConnNode2" presStyleLbl="node2" presStyleIdx="0" presStyleCnt="0"/>
      <dgm:spPr/>
    </dgm:pt>
    <dgm:pt modelId="{4C25AF9D-6488-8F46-8A18-315CC738FB9A}" type="pres">
      <dgm:prSet presAssocID="{BD84567F-4526-F641-A110-CE2F44C9853F}" presName="hierChild4" presStyleCnt="0"/>
      <dgm:spPr/>
    </dgm:pt>
    <dgm:pt modelId="{0147DC6F-88CD-D14B-A04C-3B43858B0EB1}" type="pres">
      <dgm:prSet presAssocID="{8A2DA3B3-71E8-7640-B228-F5FCAFD4DFA4}" presName="Name28" presStyleLbl="parChTrans1D3" presStyleIdx="0" presStyleCnt="2"/>
      <dgm:spPr/>
    </dgm:pt>
    <dgm:pt modelId="{91E3C71C-2FF2-144D-A020-1E5B0A5167EE}" type="pres">
      <dgm:prSet presAssocID="{8605D3E2-4E16-A545-9DDF-1D9DE1B9136B}" presName="hierRoot2" presStyleCnt="0">
        <dgm:presLayoutVars>
          <dgm:hierBranch val="init"/>
        </dgm:presLayoutVars>
      </dgm:prSet>
      <dgm:spPr/>
    </dgm:pt>
    <dgm:pt modelId="{E0D6476E-D018-3344-BAB0-4AB1D2515402}" type="pres">
      <dgm:prSet presAssocID="{8605D3E2-4E16-A545-9DDF-1D9DE1B9136B}" presName="rootComposite2" presStyleCnt="0"/>
      <dgm:spPr/>
    </dgm:pt>
    <dgm:pt modelId="{85D498BB-60DB-1746-BA62-9414EDC92F40}" type="pres">
      <dgm:prSet presAssocID="{8605D3E2-4E16-A545-9DDF-1D9DE1B9136B}" presName="rootText2" presStyleLbl="alignAcc1" presStyleIdx="0" presStyleCnt="0" custScaleX="152756" custLinFactNeighborX="-89239" custLinFactNeighborY="-10148">
        <dgm:presLayoutVars>
          <dgm:chPref val="3"/>
        </dgm:presLayoutVars>
      </dgm:prSet>
      <dgm:spPr/>
    </dgm:pt>
    <dgm:pt modelId="{4F7981B9-804C-7E43-9E4A-BA4DA95488CC}" type="pres">
      <dgm:prSet presAssocID="{8605D3E2-4E16-A545-9DDF-1D9DE1B9136B}" presName="topArc2" presStyleLbl="parChTrans1D1" presStyleIdx="4" presStyleCnt="10"/>
      <dgm:spPr/>
    </dgm:pt>
    <dgm:pt modelId="{0CD2C8A9-8F7C-C74E-A4EE-DB58E02AABC0}" type="pres">
      <dgm:prSet presAssocID="{8605D3E2-4E16-A545-9DDF-1D9DE1B9136B}" presName="bottomArc2" presStyleLbl="parChTrans1D1" presStyleIdx="5" presStyleCnt="10"/>
      <dgm:spPr/>
    </dgm:pt>
    <dgm:pt modelId="{63F1A2D6-1F08-AA49-9851-75B835DAE9D0}" type="pres">
      <dgm:prSet presAssocID="{8605D3E2-4E16-A545-9DDF-1D9DE1B9136B}" presName="topConnNode2" presStyleLbl="node3" presStyleIdx="0" presStyleCnt="0"/>
      <dgm:spPr/>
    </dgm:pt>
    <dgm:pt modelId="{D166B6FC-99F8-444A-AAB2-1C407A8F41B7}" type="pres">
      <dgm:prSet presAssocID="{8605D3E2-4E16-A545-9DDF-1D9DE1B9136B}" presName="hierChild4" presStyleCnt="0"/>
      <dgm:spPr/>
    </dgm:pt>
    <dgm:pt modelId="{7D90DC51-36C5-C347-8EF0-52544FEAEF5F}" type="pres">
      <dgm:prSet presAssocID="{8605D3E2-4E16-A545-9DDF-1D9DE1B9136B}" presName="hierChild5" presStyleCnt="0"/>
      <dgm:spPr/>
    </dgm:pt>
    <dgm:pt modelId="{4230779C-2DBD-124B-9B11-FA8C9C667048}" type="pres">
      <dgm:prSet presAssocID="{BD84567F-4526-F641-A110-CE2F44C9853F}" presName="hierChild5" presStyleCnt="0"/>
      <dgm:spPr/>
    </dgm:pt>
    <dgm:pt modelId="{46AD4EF5-C04B-CC48-9F8A-E4959A0F92E3}" type="pres">
      <dgm:prSet presAssocID="{7D5EA158-6006-5446-8B02-608D53C6846E}" presName="Name28" presStyleLbl="parChTrans1D2" presStyleIdx="1" presStyleCnt="2"/>
      <dgm:spPr/>
    </dgm:pt>
    <dgm:pt modelId="{DA841913-1B6E-7846-928B-31FE301F5858}" type="pres">
      <dgm:prSet presAssocID="{AEEA9655-7EC1-694C-80D2-D5E83AE73A5B}" presName="hierRoot2" presStyleCnt="0">
        <dgm:presLayoutVars>
          <dgm:hierBranch val="init"/>
        </dgm:presLayoutVars>
      </dgm:prSet>
      <dgm:spPr/>
    </dgm:pt>
    <dgm:pt modelId="{A5D80A73-60E6-5248-BE5E-8E2DBD34FABE}" type="pres">
      <dgm:prSet presAssocID="{AEEA9655-7EC1-694C-80D2-D5E83AE73A5B}" presName="rootComposite2" presStyleCnt="0"/>
      <dgm:spPr/>
    </dgm:pt>
    <dgm:pt modelId="{88106AA2-031B-5445-B560-F167AF04F42E}" type="pres">
      <dgm:prSet presAssocID="{AEEA9655-7EC1-694C-80D2-D5E83AE73A5B}" presName="rootText2" presStyleLbl="alignAcc1" presStyleIdx="0" presStyleCnt="0" custLinFactNeighborX="37576" custLinFactNeighborY="-812">
        <dgm:presLayoutVars>
          <dgm:chPref val="3"/>
        </dgm:presLayoutVars>
      </dgm:prSet>
      <dgm:spPr/>
    </dgm:pt>
    <dgm:pt modelId="{F1343715-F18D-774E-90AF-B534FA86DC8C}" type="pres">
      <dgm:prSet presAssocID="{AEEA9655-7EC1-694C-80D2-D5E83AE73A5B}" presName="topArc2" presStyleLbl="parChTrans1D1" presStyleIdx="6" presStyleCnt="10"/>
      <dgm:spPr/>
    </dgm:pt>
    <dgm:pt modelId="{EAE7CF2D-C34F-C745-ACF4-3F576A5C93A2}" type="pres">
      <dgm:prSet presAssocID="{AEEA9655-7EC1-694C-80D2-D5E83AE73A5B}" presName="bottomArc2" presStyleLbl="parChTrans1D1" presStyleIdx="7" presStyleCnt="10"/>
      <dgm:spPr/>
    </dgm:pt>
    <dgm:pt modelId="{A276CA61-E299-6846-A9FC-EB7817E3E1A7}" type="pres">
      <dgm:prSet presAssocID="{AEEA9655-7EC1-694C-80D2-D5E83AE73A5B}" presName="topConnNode2" presStyleLbl="node2" presStyleIdx="0" presStyleCnt="0"/>
      <dgm:spPr/>
    </dgm:pt>
    <dgm:pt modelId="{4D80791F-D3F1-D943-A780-027BC441348B}" type="pres">
      <dgm:prSet presAssocID="{AEEA9655-7EC1-694C-80D2-D5E83AE73A5B}" presName="hierChild4" presStyleCnt="0"/>
      <dgm:spPr/>
    </dgm:pt>
    <dgm:pt modelId="{EFFA13E0-CB38-8145-8F17-3CAD8A2E554C}" type="pres">
      <dgm:prSet presAssocID="{B640D362-DE7E-D24C-AC4A-A4A6CE3AA066}" presName="Name28" presStyleLbl="parChTrans1D3" presStyleIdx="1" presStyleCnt="2"/>
      <dgm:spPr/>
    </dgm:pt>
    <dgm:pt modelId="{AF6FC626-1118-F349-9918-EBE22CA3D855}" type="pres">
      <dgm:prSet presAssocID="{3C523232-F628-FD46-B25E-24400A9A7DFE}" presName="hierRoot2" presStyleCnt="0">
        <dgm:presLayoutVars>
          <dgm:hierBranch val="init"/>
        </dgm:presLayoutVars>
      </dgm:prSet>
      <dgm:spPr/>
    </dgm:pt>
    <dgm:pt modelId="{C13A6DD5-6B19-2949-ABDA-F0F0C2B92E84}" type="pres">
      <dgm:prSet presAssocID="{3C523232-F628-FD46-B25E-24400A9A7DFE}" presName="rootComposite2" presStyleCnt="0"/>
      <dgm:spPr/>
    </dgm:pt>
    <dgm:pt modelId="{FB9D8505-FABD-554D-BC56-5EB2181C3571}" type="pres">
      <dgm:prSet presAssocID="{3C523232-F628-FD46-B25E-24400A9A7DFE}" presName="rootText2" presStyleLbl="alignAcc1" presStyleIdx="0" presStyleCnt="0" custScaleX="143501">
        <dgm:presLayoutVars>
          <dgm:chPref val="3"/>
        </dgm:presLayoutVars>
      </dgm:prSet>
      <dgm:spPr/>
    </dgm:pt>
    <dgm:pt modelId="{3946E9EF-BF63-EA4F-942F-0458C6EF3BA5}" type="pres">
      <dgm:prSet presAssocID="{3C523232-F628-FD46-B25E-24400A9A7DFE}" presName="topArc2" presStyleLbl="parChTrans1D1" presStyleIdx="8" presStyleCnt="10"/>
      <dgm:spPr/>
    </dgm:pt>
    <dgm:pt modelId="{65FB5D59-CC9E-C24F-96E5-7BAD50005887}" type="pres">
      <dgm:prSet presAssocID="{3C523232-F628-FD46-B25E-24400A9A7DFE}" presName="bottomArc2" presStyleLbl="parChTrans1D1" presStyleIdx="9" presStyleCnt="10"/>
      <dgm:spPr/>
    </dgm:pt>
    <dgm:pt modelId="{85FA8272-D9DF-DE44-8143-E8808E1226C2}" type="pres">
      <dgm:prSet presAssocID="{3C523232-F628-FD46-B25E-24400A9A7DFE}" presName="topConnNode2" presStyleLbl="node3" presStyleIdx="0" presStyleCnt="0"/>
      <dgm:spPr/>
    </dgm:pt>
    <dgm:pt modelId="{B6A0121F-A84F-1E43-A482-310E60C8CA56}" type="pres">
      <dgm:prSet presAssocID="{3C523232-F628-FD46-B25E-24400A9A7DFE}" presName="hierChild4" presStyleCnt="0"/>
      <dgm:spPr/>
    </dgm:pt>
    <dgm:pt modelId="{88824993-04DC-1841-97DA-0F9A47737D98}" type="pres">
      <dgm:prSet presAssocID="{3C523232-F628-FD46-B25E-24400A9A7DFE}" presName="hierChild5" presStyleCnt="0"/>
      <dgm:spPr/>
    </dgm:pt>
    <dgm:pt modelId="{6ECCFC65-61A4-8447-8E62-DB93D43B93A2}" type="pres">
      <dgm:prSet presAssocID="{AEEA9655-7EC1-694C-80D2-D5E83AE73A5B}" presName="hierChild5" presStyleCnt="0"/>
      <dgm:spPr/>
    </dgm:pt>
    <dgm:pt modelId="{8779EDF1-E3C2-F94B-BB37-6187AA51C17D}" type="pres">
      <dgm:prSet presAssocID="{BE7D4A65-3FB7-7045-ABEB-A03C997A1D06}" presName="hierChild3" presStyleCnt="0"/>
      <dgm:spPr/>
    </dgm:pt>
  </dgm:ptLst>
  <dgm:cxnLst>
    <dgm:cxn modelId="{E1B68506-F9F0-6F46-BB75-BD0E59937734}" srcId="{BD84567F-4526-F641-A110-CE2F44C9853F}" destId="{8605D3E2-4E16-A545-9DDF-1D9DE1B9136B}" srcOrd="0" destOrd="0" parTransId="{8A2DA3B3-71E8-7640-B228-F5FCAFD4DFA4}" sibTransId="{D3C51018-FA46-8B43-908B-9714D0929013}"/>
    <dgm:cxn modelId="{7E4CD30F-D0A9-3F4B-B5E8-E23692CF832D}" type="presOf" srcId="{8605D3E2-4E16-A545-9DDF-1D9DE1B9136B}" destId="{63F1A2D6-1F08-AA49-9851-75B835DAE9D0}" srcOrd="1" destOrd="0" presId="urn:microsoft.com/office/officeart/2008/layout/HalfCircleOrganizationChart"/>
    <dgm:cxn modelId="{CB178623-E220-7344-822B-8CF263E0EE7E}" type="presOf" srcId="{8A2DA3B3-71E8-7640-B228-F5FCAFD4DFA4}" destId="{0147DC6F-88CD-D14B-A04C-3B43858B0EB1}" srcOrd="0" destOrd="0" presId="urn:microsoft.com/office/officeart/2008/layout/HalfCircleOrganizationChart"/>
    <dgm:cxn modelId="{15C5152C-58F4-8344-BD32-C9329A03DD72}" type="presOf" srcId="{3C523232-F628-FD46-B25E-24400A9A7DFE}" destId="{85FA8272-D9DF-DE44-8143-E8808E1226C2}" srcOrd="1" destOrd="0" presId="urn:microsoft.com/office/officeart/2008/layout/HalfCircleOrganizationChart"/>
    <dgm:cxn modelId="{E2C3DB3B-2EDD-8149-9F56-D67908A8CA44}" type="presOf" srcId="{AEEA9655-7EC1-694C-80D2-D5E83AE73A5B}" destId="{A276CA61-E299-6846-A9FC-EB7817E3E1A7}" srcOrd="1" destOrd="0" presId="urn:microsoft.com/office/officeart/2008/layout/HalfCircleOrganizationChart"/>
    <dgm:cxn modelId="{1C64E44A-AA0F-194C-9097-011F1D435CA1}" type="presOf" srcId="{6481B3AD-4352-4947-8BD6-69FC665738B5}" destId="{016F11D8-C647-A44B-8B7C-11C737C9F093}" srcOrd="0" destOrd="0" presId="urn:microsoft.com/office/officeart/2008/layout/HalfCircleOrganizationChart"/>
    <dgm:cxn modelId="{2C616E52-D5E4-AF4B-8A56-5EAD1C55692E}" type="presOf" srcId="{BE7D4A65-3FB7-7045-ABEB-A03C997A1D06}" destId="{4A8A0DF6-6A97-0749-AD45-4C9D8C7E083B}" srcOrd="1" destOrd="0" presId="urn:microsoft.com/office/officeart/2008/layout/HalfCircleOrganizationChart"/>
    <dgm:cxn modelId="{87CF5F58-1916-2943-9511-AF43AF703FD2}" type="presOf" srcId="{7D5EA158-6006-5446-8B02-608D53C6846E}" destId="{46AD4EF5-C04B-CC48-9F8A-E4959A0F92E3}" srcOrd="0" destOrd="0" presId="urn:microsoft.com/office/officeart/2008/layout/HalfCircleOrganizationChart"/>
    <dgm:cxn modelId="{693AE15D-851B-7942-94B2-4D9242A7BDE8}" srcId="{AEEA9655-7EC1-694C-80D2-D5E83AE73A5B}" destId="{3C523232-F628-FD46-B25E-24400A9A7DFE}" srcOrd="0" destOrd="0" parTransId="{B640D362-DE7E-D24C-AC4A-A4A6CE3AA066}" sibTransId="{5299D2A9-B6FA-5745-8A05-3D0CA3CCCA5C}"/>
    <dgm:cxn modelId="{A082695E-24EB-B046-877E-C786DA1ADC53}" type="presOf" srcId="{B640D362-DE7E-D24C-AC4A-A4A6CE3AA066}" destId="{EFFA13E0-CB38-8145-8F17-3CAD8A2E554C}" srcOrd="0" destOrd="0" presId="urn:microsoft.com/office/officeart/2008/layout/HalfCircleOrganizationChart"/>
    <dgm:cxn modelId="{147F296E-826D-D949-A923-E18F1EA0CAD8}" type="presOf" srcId="{C088268E-AC1A-DE42-B79D-80A7ACBA3766}" destId="{D1115DCE-2A70-924E-9893-F0CE51E034CB}" srcOrd="0" destOrd="0" presId="urn:microsoft.com/office/officeart/2008/layout/HalfCircleOrganizationChart"/>
    <dgm:cxn modelId="{707F1487-2202-6748-B79D-24520856EBE2}" srcId="{BE7D4A65-3FB7-7045-ABEB-A03C997A1D06}" destId="{BD84567F-4526-F641-A110-CE2F44C9853F}" srcOrd="0" destOrd="0" parTransId="{6481B3AD-4352-4947-8BD6-69FC665738B5}" sibTransId="{E6AAE786-4E5B-DC47-A19B-D4CB6A7F0BAA}"/>
    <dgm:cxn modelId="{D9745087-A6FE-EE46-ACA2-E5673D35DCDC}" srcId="{BE7D4A65-3FB7-7045-ABEB-A03C997A1D06}" destId="{AEEA9655-7EC1-694C-80D2-D5E83AE73A5B}" srcOrd="1" destOrd="0" parTransId="{7D5EA158-6006-5446-8B02-608D53C6846E}" sibTransId="{C32ADF5C-11C4-C041-A209-BCADD20B75EA}"/>
    <dgm:cxn modelId="{2505478C-901B-F84F-9224-E9147F1688E6}" type="presOf" srcId="{BE7D4A65-3FB7-7045-ABEB-A03C997A1D06}" destId="{77309170-F0FE-644D-B70A-2836442C66DC}" srcOrd="0" destOrd="0" presId="urn:microsoft.com/office/officeart/2008/layout/HalfCircleOrganizationChart"/>
    <dgm:cxn modelId="{54B76C8E-B625-9B40-A818-EB31FDD29DBA}" type="presOf" srcId="{3C523232-F628-FD46-B25E-24400A9A7DFE}" destId="{FB9D8505-FABD-554D-BC56-5EB2181C3571}" srcOrd="0" destOrd="0" presId="urn:microsoft.com/office/officeart/2008/layout/HalfCircleOrganizationChart"/>
    <dgm:cxn modelId="{90F167DD-ED0D-0B43-93AD-AB510254FB4C}" type="presOf" srcId="{AEEA9655-7EC1-694C-80D2-D5E83AE73A5B}" destId="{88106AA2-031B-5445-B560-F167AF04F42E}" srcOrd="0" destOrd="0" presId="urn:microsoft.com/office/officeart/2008/layout/HalfCircleOrganizationChart"/>
    <dgm:cxn modelId="{AD4DE0E0-F7BA-6C47-AAA4-1DF5EA75C3CD}" type="presOf" srcId="{8605D3E2-4E16-A545-9DDF-1D9DE1B9136B}" destId="{85D498BB-60DB-1746-BA62-9414EDC92F40}" srcOrd="0" destOrd="0" presId="urn:microsoft.com/office/officeart/2008/layout/HalfCircleOrganizationChart"/>
    <dgm:cxn modelId="{B7961FE9-2E22-B64E-8FB6-781419130E89}" type="presOf" srcId="{BD84567F-4526-F641-A110-CE2F44C9853F}" destId="{6B9FB9A6-4EA2-8343-9273-812C8AD6F3AF}" srcOrd="1" destOrd="0" presId="urn:microsoft.com/office/officeart/2008/layout/HalfCircleOrganizationChart"/>
    <dgm:cxn modelId="{8CA989F3-01B2-8C4A-A63E-0E33A85FB528}" type="presOf" srcId="{BD84567F-4526-F641-A110-CE2F44C9853F}" destId="{E6276E38-E8FC-1B45-9AE8-A27D7CFE47D2}" srcOrd="0" destOrd="0" presId="urn:microsoft.com/office/officeart/2008/layout/HalfCircleOrganizationChart"/>
    <dgm:cxn modelId="{ADAEA5FD-9717-E841-A722-03AA8E10EED6}" srcId="{C088268E-AC1A-DE42-B79D-80A7ACBA3766}" destId="{BE7D4A65-3FB7-7045-ABEB-A03C997A1D06}" srcOrd="0" destOrd="0" parTransId="{536B54EB-6C35-D949-811A-111A9EE961EA}" sibTransId="{D8E0FAC5-84CD-564A-97DF-463E4709AA9E}"/>
    <dgm:cxn modelId="{D7E32D2E-4BF2-D140-97D1-2CF1AE3C4192}" type="presParOf" srcId="{D1115DCE-2A70-924E-9893-F0CE51E034CB}" destId="{8C25FDA7-F666-8649-B344-BD9F2DDF1DE7}" srcOrd="0" destOrd="0" presId="urn:microsoft.com/office/officeart/2008/layout/HalfCircleOrganizationChart"/>
    <dgm:cxn modelId="{E91703D7-1519-744A-BB3F-4B993EEDA065}" type="presParOf" srcId="{8C25FDA7-F666-8649-B344-BD9F2DDF1DE7}" destId="{3E1BCB23-EE66-7248-BD78-09347C906BD3}" srcOrd="0" destOrd="0" presId="urn:microsoft.com/office/officeart/2008/layout/HalfCircleOrganizationChart"/>
    <dgm:cxn modelId="{2414C1C9-CB7E-184C-98B4-E2DB622721B9}" type="presParOf" srcId="{3E1BCB23-EE66-7248-BD78-09347C906BD3}" destId="{77309170-F0FE-644D-B70A-2836442C66DC}" srcOrd="0" destOrd="0" presId="urn:microsoft.com/office/officeart/2008/layout/HalfCircleOrganizationChart"/>
    <dgm:cxn modelId="{9390D951-F609-0245-907D-F43FD20C033F}" type="presParOf" srcId="{3E1BCB23-EE66-7248-BD78-09347C906BD3}" destId="{A86B71E7-E3C4-394C-8E16-1CD98756A313}" srcOrd="1" destOrd="0" presId="urn:microsoft.com/office/officeart/2008/layout/HalfCircleOrganizationChart"/>
    <dgm:cxn modelId="{ABC9B0B3-9233-BE41-806B-C983A4445DBF}" type="presParOf" srcId="{3E1BCB23-EE66-7248-BD78-09347C906BD3}" destId="{E3E4F8E8-C7C7-9B4C-A649-0A30678F55E3}" srcOrd="2" destOrd="0" presId="urn:microsoft.com/office/officeart/2008/layout/HalfCircleOrganizationChart"/>
    <dgm:cxn modelId="{7F473503-FC0F-0649-BFAC-9809D2ABD57C}" type="presParOf" srcId="{3E1BCB23-EE66-7248-BD78-09347C906BD3}" destId="{4A8A0DF6-6A97-0749-AD45-4C9D8C7E083B}" srcOrd="3" destOrd="0" presId="urn:microsoft.com/office/officeart/2008/layout/HalfCircleOrganizationChart"/>
    <dgm:cxn modelId="{C279050B-77FC-BC4F-AEEB-EC106FE01E74}" type="presParOf" srcId="{8C25FDA7-F666-8649-B344-BD9F2DDF1DE7}" destId="{77B6DE83-10D8-744D-85E5-D8ED25017D3A}" srcOrd="1" destOrd="0" presId="urn:microsoft.com/office/officeart/2008/layout/HalfCircleOrganizationChart"/>
    <dgm:cxn modelId="{739C4614-84A6-1944-9FC9-B5A9D442D489}" type="presParOf" srcId="{77B6DE83-10D8-744D-85E5-D8ED25017D3A}" destId="{016F11D8-C647-A44B-8B7C-11C737C9F093}" srcOrd="0" destOrd="0" presId="urn:microsoft.com/office/officeart/2008/layout/HalfCircleOrganizationChart"/>
    <dgm:cxn modelId="{B3C58740-28DF-B54B-A841-D5E1AE61A8A0}" type="presParOf" srcId="{77B6DE83-10D8-744D-85E5-D8ED25017D3A}" destId="{29F5D7F4-047A-8E42-8281-6EF24FECD76B}" srcOrd="1" destOrd="0" presId="urn:microsoft.com/office/officeart/2008/layout/HalfCircleOrganizationChart"/>
    <dgm:cxn modelId="{BB8AD7C2-8B51-7643-84DF-B58C294C8CC5}" type="presParOf" srcId="{29F5D7F4-047A-8E42-8281-6EF24FECD76B}" destId="{F6885FE7-FDD0-3F47-8331-CDAF81D2C15F}" srcOrd="0" destOrd="0" presId="urn:microsoft.com/office/officeart/2008/layout/HalfCircleOrganizationChart"/>
    <dgm:cxn modelId="{8393B715-2568-5547-80CC-4BB47BC00C0A}" type="presParOf" srcId="{F6885FE7-FDD0-3F47-8331-CDAF81D2C15F}" destId="{E6276E38-E8FC-1B45-9AE8-A27D7CFE47D2}" srcOrd="0" destOrd="0" presId="urn:microsoft.com/office/officeart/2008/layout/HalfCircleOrganizationChart"/>
    <dgm:cxn modelId="{84DEEBB5-8F05-5341-B5CB-4EF4D3E8CFED}" type="presParOf" srcId="{F6885FE7-FDD0-3F47-8331-CDAF81D2C15F}" destId="{FDC55191-8C40-B346-8A69-5C45D13CE905}" srcOrd="1" destOrd="0" presId="urn:microsoft.com/office/officeart/2008/layout/HalfCircleOrganizationChart"/>
    <dgm:cxn modelId="{F86C00C8-798B-8646-B965-3ABE3B4B9E91}" type="presParOf" srcId="{F6885FE7-FDD0-3F47-8331-CDAF81D2C15F}" destId="{70E39B76-9FA7-FB47-816E-AE460CF3AE93}" srcOrd="2" destOrd="0" presId="urn:microsoft.com/office/officeart/2008/layout/HalfCircleOrganizationChart"/>
    <dgm:cxn modelId="{5CDB93DB-C83D-C144-B5A9-0E3381016474}" type="presParOf" srcId="{F6885FE7-FDD0-3F47-8331-CDAF81D2C15F}" destId="{6B9FB9A6-4EA2-8343-9273-812C8AD6F3AF}" srcOrd="3" destOrd="0" presId="urn:microsoft.com/office/officeart/2008/layout/HalfCircleOrganizationChart"/>
    <dgm:cxn modelId="{65C6D44F-08DA-4E48-A29E-6056C42B0F70}" type="presParOf" srcId="{29F5D7F4-047A-8E42-8281-6EF24FECD76B}" destId="{4C25AF9D-6488-8F46-8A18-315CC738FB9A}" srcOrd="1" destOrd="0" presId="urn:microsoft.com/office/officeart/2008/layout/HalfCircleOrganizationChart"/>
    <dgm:cxn modelId="{DF415C21-60AD-FE44-B8C5-C7EC18A6283A}" type="presParOf" srcId="{4C25AF9D-6488-8F46-8A18-315CC738FB9A}" destId="{0147DC6F-88CD-D14B-A04C-3B43858B0EB1}" srcOrd="0" destOrd="0" presId="urn:microsoft.com/office/officeart/2008/layout/HalfCircleOrganizationChart"/>
    <dgm:cxn modelId="{3EC5DAEA-3937-6145-A4A7-1618C92BC92D}" type="presParOf" srcId="{4C25AF9D-6488-8F46-8A18-315CC738FB9A}" destId="{91E3C71C-2FF2-144D-A020-1E5B0A5167EE}" srcOrd="1" destOrd="0" presId="urn:microsoft.com/office/officeart/2008/layout/HalfCircleOrganizationChart"/>
    <dgm:cxn modelId="{E755D374-282C-A444-822F-3751523E32AA}" type="presParOf" srcId="{91E3C71C-2FF2-144D-A020-1E5B0A5167EE}" destId="{E0D6476E-D018-3344-BAB0-4AB1D2515402}" srcOrd="0" destOrd="0" presId="urn:microsoft.com/office/officeart/2008/layout/HalfCircleOrganizationChart"/>
    <dgm:cxn modelId="{50B23383-EFAD-D247-AA48-A530A17CC4CA}" type="presParOf" srcId="{E0D6476E-D018-3344-BAB0-4AB1D2515402}" destId="{85D498BB-60DB-1746-BA62-9414EDC92F40}" srcOrd="0" destOrd="0" presId="urn:microsoft.com/office/officeart/2008/layout/HalfCircleOrganizationChart"/>
    <dgm:cxn modelId="{F93EBE62-5184-3C44-B7F5-9DD20D7EFA8B}" type="presParOf" srcId="{E0D6476E-D018-3344-BAB0-4AB1D2515402}" destId="{4F7981B9-804C-7E43-9E4A-BA4DA95488CC}" srcOrd="1" destOrd="0" presId="urn:microsoft.com/office/officeart/2008/layout/HalfCircleOrganizationChart"/>
    <dgm:cxn modelId="{7EAF2707-FA6E-B94A-9636-FE004BA792FD}" type="presParOf" srcId="{E0D6476E-D018-3344-BAB0-4AB1D2515402}" destId="{0CD2C8A9-8F7C-C74E-A4EE-DB58E02AABC0}" srcOrd="2" destOrd="0" presId="urn:microsoft.com/office/officeart/2008/layout/HalfCircleOrganizationChart"/>
    <dgm:cxn modelId="{6DF27AF1-D33F-3C43-9C94-55943F17FB5B}" type="presParOf" srcId="{E0D6476E-D018-3344-BAB0-4AB1D2515402}" destId="{63F1A2D6-1F08-AA49-9851-75B835DAE9D0}" srcOrd="3" destOrd="0" presId="urn:microsoft.com/office/officeart/2008/layout/HalfCircleOrganizationChart"/>
    <dgm:cxn modelId="{8250E0ED-61B1-4A4E-B689-08A1A0970B89}" type="presParOf" srcId="{91E3C71C-2FF2-144D-A020-1E5B0A5167EE}" destId="{D166B6FC-99F8-444A-AAB2-1C407A8F41B7}" srcOrd="1" destOrd="0" presId="urn:microsoft.com/office/officeart/2008/layout/HalfCircleOrganizationChart"/>
    <dgm:cxn modelId="{5A145FFD-506F-CF41-8090-A276FB42350F}" type="presParOf" srcId="{91E3C71C-2FF2-144D-A020-1E5B0A5167EE}" destId="{7D90DC51-36C5-C347-8EF0-52544FEAEF5F}" srcOrd="2" destOrd="0" presId="urn:microsoft.com/office/officeart/2008/layout/HalfCircleOrganizationChart"/>
    <dgm:cxn modelId="{08433121-F4B9-364B-A629-19C1537ABB03}" type="presParOf" srcId="{29F5D7F4-047A-8E42-8281-6EF24FECD76B}" destId="{4230779C-2DBD-124B-9B11-FA8C9C667048}" srcOrd="2" destOrd="0" presId="urn:microsoft.com/office/officeart/2008/layout/HalfCircleOrganizationChart"/>
    <dgm:cxn modelId="{8EA01C39-3EB2-FC48-8E66-F616D8F5FB5A}" type="presParOf" srcId="{77B6DE83-10D8-744D-85E5-D8ED25017D3A}" destId="{46AD4EF5-C04B-CC48-9F8A-E4959A0F92E3}" srcOrd="2" destOrd="0" presId="urn:microsoft.com/office/officeart/2008/layout/HalfCircleOrganizationChart"/>
    <dgm:cxn modelId="{F3954AC3-475B-5F4A-AD6A-89DAA0F46554}" type="presParOf" srcId="{77B6DE83-10D8-744D-85E5-D8ED25017D3A}" destId="{DA841913-1B6E-7846-928B-31FE301F5858}" srcOrd="3" destOrd="0" presId="urn:microsoft.com/office/officeart/2008/layout/HalfCircleOrganizationChart"/>
    <dgm:cxn modelId="{DB26FCAB-DE07-6646-9CE6-8C0C762BB796}" type="presParOf" srcId="{DA841913-1B6E-7846-928B-31FE301F5858}" destId="{A5D80A73-60E6-5248-BE5E-8E2DBD34FABE}" srcOrd="0" destOrd="0" presId="urn:microsoft.com/office/officeart/2008/layout/HalfCircleOrganizationChart"/>
    <dgm:cxn modelId="{40901A90-5676-9040-BD9D-CCBE73A76E89}" type="presParOf" srcId="{A5D80A73-60E6-5248-BE5E-8E2DBD34FABE}" destId="{88106AA2-031B-5445-B560-F167AF04F42E}" srcOrd="0" destOrd="0" presId="urn:microsoft.com/office/officeart/2008/layout/HalfCircleOrganizationChart"/>
    <dgm:cxn modelId="{A48EBC79-119E-7C41-A303-ACF00225D516}" type="presParOf" srcId="{A5D80A73-60E6-5248-BE5E-8E2DBD34FABE}" destId="{F1343715-F18D-774E-90AF-B534FA86DC8C}" srcOrd="1" destOrd="0" presId="urn:microsoft.com/office/officeart/2008/layout/HalfCircleOrganizationChart"/>
    <dgm:cxn modelId="{44C798E8-27BC-C94D-B833-1FD9AD135C89}" type="presParOf" srcId="{A5D80A73-60E6-5248-BE5E-8E2DBD34FABE}" destId="{EAE7CF2D-C34F-C745-ACF4-3F576A5C93A2}" srcOrd="2" destOrd="0" presId="urn:microsoft.com/office/officeart/2008/layout/HalfCircleOrganizationChart"/>
    <dgm:cxn modelId="{A686892D-6F44-1B4B-A9C1-E76269A6836B}" type="presParOf" srcId="{A5D80A73-60E6-5248-BE5E-8E2DBD34FABE}" destId="{A276CA61-E299-6846-A9FC-EB7817E3E1A7}" srcOrd="3" destOrd="0" presId="urn:microsoft.com/office/officeart/2008/layout/HalfCircleOrganizationChart"/>
    <dgm:cxn modelId="{12C8C499-AC61-0A48-9EE8-A8EC5EF9DCA9}" type="presParOf" srcId="{DA841913-1B6E-7846-928B-31FE301F5858}" destId="{4D80791F-D3F1-D943-A780-027BC441348B}" srcOrd="1" destOrd="0" presId="urn:microsoft.com/office/officeart/2008/layout/HalfCircleOrganizationChart"/>
    <dgm:cxn modelId="{3EFB45BA-86C3-834E-B73B-89C8ED5051F8}" type="presParOf" srcId="{4D80791F-D3F1-D943-A780-027BC441348B}" destId="{EFFA13E0-CB38-8145-8F17-3CAD8A2E554C}" srcOrd="0" destOrd="0" presId="urn:microsoft.com/office/officeart/2008/layout/HalfCircleOrganizationChart"/>
    <dgm:cxn modelId="{250941DF-1803-1342-BE1E-54F2CF4A40C5}" type="presParOf" srcId="{4D80791F-D3F1-D943-A780-027BC441348B}" destId="{AF6FC626-1118-F349-9918-EBE22CA3D855}" srcOrd="1" destOrd="0" presId="urn:microsoft.com/office/officeart/2008/layout/HalfCircleOrganizationChart"/>
    <dgm:cxn modelId="{5648A4AC-5734-7B40-A648-DCAD2EC9F1B6}" type="presParOf" srcId="{AF6FC626-1118-F349-9918-EBE22CA3D855}" destId="{C13A6DD5-6B19-2949-ABDA-F0F0C2B92E84}" srcOrd="0" destOrd="0" presId="urn:microsoft.com/office/officeart/2008/layout/HalfCircleOrganizationChart"/>
    <dgm:cxn modelId="{3663B6E8-7022-B943-9FFF-B690AE8B29FF}" type="presParOf" srcId="{C13A6DD5-6B19-2949-ABDA-F0F0C2B92E84}" destId="{FB9D8505-FABD-554D-BC56-5EB2181C3571}" srcOrd="0" destOrd="0" presId="urn:microsoft.com/office/officeart/2008/layout/HalfCircleOrganizationChart"/>
    <dgm:cxn modelId="{029D614D-092F-F145-94B4-3A544F9C5439}" type="presParOf" srcId="{C13A6DD5-6B19-2949-ABDA-F0F0C2B92E84}" destId="{3946E9EF-BF63-EA4F-942F-0458C6EF3BA5}" srcOrd="1" destOrd="0" presId="urn:microsoft.com/office/officeart/2008/layout/HalfCircleOrganizationChart"/>
    <dgm:cxn modelId="{DED8536A-C6BE-DC49-A0E3-1B968242C49E}" type="presParOf" srcId="{C13A6DD5-6B19-2949-ABDA-F0F0C2B92E84}" destId="{65FB5D59-CC9E-C24F-96E5-7BAD50005887}" srcOrd="2" destOrd="0" presId="urn:microsoft.com/office/officeart/2008/layout/HalfCircleOrganizationChart"/>
    <dgm:cxn modelId="{2E2C6CBB-8683-9744-B2EA-7725CF60F3BF}" type="presParOf" srcId="{C13A6DD5-6B19-2949-ABDA-F0F0C2B92E84}" destId="{85FA8272-D9DF-DE44-8143-E8808E1226C2}" srcOrd="3" destOrd="0" presId="urn:microsoft.com/office/officeart/2008/layout/HalfCircleOrganizationChart"/>
    <dgm:cxn modelId="{0CD2E300-D6DB-9943-8D0E-E960872F1AE1}" type="presParOf" srcId="{AF6FC626-1118-F349-9918-EBE22CA3D855}" destId="{B6A0121F-A84F-1E43-A482-310E60C8CA56}" srcOrd="1" destOrd="0" presId="urn:microsoft.com/office/officeart/2008/layout/HalfCircleOrganizationChart"/>
    <dgm:cxn modelId="{4B7EC3DE-DF24-F842-B324-D4A24A08CCB8}" type="presParOf" srcId="{AF6FC626-1118-F349-9918-EBE22CA3D855}" destId="{88824993-04DC-1841-97DA-0F9A47737D98}" srcOrd="2" destOrd="0" presId="urn:microsoft.com/office/officeart/2008/layout/HalfCircleOrganizationChart"/>
    <dgm:cxn modelId="{DE199650-CEE3-3240-ADA7-02CFF5B0F755}" type="presParOf" srcId="{DA841913-1B6E-7846-928B-31FE301F5858}" destId="{6ECCFC65-61A4-8447-8E62-DB93D43B93A2}" srcOrd="2" destOrd="0" presId="urn:microsoft.com/office/officeart/2008/layout/HalfCircleOrganizationChart"/>
    <dgm:cxn modelId="{3BBCF8C5-F168-304A-A694-7F80DD300221}" type="presParOf" srcId="{8C25FDA7-F666-8649-B344-BD9F2DDF1DE7}" destId="{8779EDF1-E3C2-F94B-BB37-6187AA51C17D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04BA1F5-43D5-487D-A182-2959400E09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990BCF3-3971-44DE-A8CF-F4FF46F07F3E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/>
            <a:t>Swing Decision</a:t>
          </a:r>
        </a:p>
      </dgm:t>
    </dgm:pt>
    <dgm:pt modelId="{936D361E-5F11-497E-B404-F3F0B1EC6D0F}" type="parTrans" cxnId="{FAA7A400-B260-4E0F-9D54-FF69B0E4A5D3}">
      <dgm:prSet/>
      <dgm:spPr/>
      <dgm:t>
        <a:bodyPr/>
        <a:lstStyle/>
        <a:p>
          <a:endParaRPr lang="en-US"/>
        </a:p>
      </dgm:t>
    </dgm:pt>
    <dgm:pt modelId="{319C3F7F-F1EA-4996-8273-6F33E5BAAA35}" type="sibTrans" cxnId="{FAA7A400-B260-4E0F-9D54-FF69B0E4A5D3}">
      <dgm:prSet/>
      <dgm:spPr>
        <a:solidFill>
          <a:schemeClr val="bg2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77664A86-6D63-47F1-8A13-DCA46D457C97}">
      <dgm:prSet/>
      <dgm:spPr/>
      <dgm:t>
        <a:bodyPr/>
        <a:lstStyle/>
        <a:p>
          <a:r>
            <a:rPr lang="en-US" dirty="0"/>
            <a:t>Contact</a:t>
          </a:r>
        </a:p>
      </dgm:t>
    </dgm:pt>
    <dgm:pt modelId="{A30CB9FE-6EE7-4BB2-AEB4-A5708A58D4EE}" type="parTrans" cxnId="{2ADEFD89-86A8-4029-967D-1FBBC51D3351}">
      <dgm:prSet/>
      <dgm:spPr/>
      <dgm:t>
        <a:bodyPr/>
        <a:lstStyle/>
        <a:p>
          <a:endParaRPr lang="en-US"/>
        </a:p>
      </dgm:t>
    </dgm:pt>
    <dgm:pt modelId="{265B97FA-D4A1-4FB8-B189-9E59CE38EBFC}" type="sibTrans" cxnId="{2ADEFD89-86A8-4029-967D-1FBBC51D3351}">
      <dgm:prSet/>
      <dgm:spPr>
        <a:solidFill>
          <a:schemeClr val="bg2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A7D2359A-73B3-47DB-BD71-FC99B91C35F1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/>
            <a:t>Power</a:t>
          </a:r>
        </a:p>
      </dgm:t>
    </dgm:pt>
    <dgm:pt modelId="{1C432803-5FE1-4546-8D7C-8134E97710D5}" type="parTrans" cxnId="{369AC735-C3DC-4A53-B783-F53FC006047D}">
      <dgm:prSet/>
      <dgm:spPr/>
      <dgm:t>
        <a:bodyPr/>
        <a:lstStyle/>
        <a:p>
          <a:endParaRPr lang="en-US"/>
        </a:p>
      </dgm:t>
    </dgm:pt>
    <dgm:pt modelId="{C58A2CA7-D272-481D-ABF4-27A08E59CE25}" type="sibTrans" cxnId="{369AC735-C3DC-4A53-B783-F53FC006047D}">
      <dgm:prSet/>
      <dgm:spPr>
        <a:solidFill>
          <a:schemeClr val="bg2">
            <a:lumMod val="75000"/>
          </a:schemeClr>
        </a:solidFill>
        <a:ln>
          <a:solidFill>
            <a:schemeClr val="bg2">
              <a:lumMod val="50000"/>
            </a:schemeClr>
          </a:solidFill>
        </a:ln>
      </dgm:spPr>
      <dgm:t>
        <a:bodyPr/>
        <a:lstStyle/>
        <a:p>
          <a:endParaRPr lang="en-US"/>
        </a:p>
      </dgm:t>
    </dgm:pt>
    <dgm:pt modelId="{4E86C12D-1BB6-4453-AF1A-24B34FED327A}">
      <dgm:prSet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US" dirty="0"/>
            <a:t>Speed</a:t>
          </a:r>
        </a:p>
      </dgm:t>
    </dgm:pt>
    <dgm:pt modelId="{EC14365E-BEF5-4852-A42C-A8182051B9DE}" type="parTrans" cxnId="{A9AA9B6C-FC6E-4FD6-9EB8-CC611A1BF1C4}">
      <dgm:prSet/>
      <dgm:spPr/>
      <dgm:t>
        <a:bodyPr/>
        <a:lstStyle/>
        <a:p>
          <a:endParaRPr lang="en-US"/>
        </a:p>
      </dgm:t>
    </dgm:pt>
    <dgm:pt modelId="{0E2FE1C9-291B-4C79-8817-A3BB8E3545FD}" type="sibTrans" cxnId="{A9AA9B6C-FC6E-4FD6-9EB8-CC611A1BF1C4}">
      <dgm:prSet/>
      <dgm:spPr/>
      <dgm:t>
        <a:bodyPr/>
        <a:lstStyle/>
        <a:p>
          <a:endParaRPr lang="en-US"/>
        </a:p>
      </dgm:t>
    </dgm:pt>
    <dgm:pt modelId="{458821F1-93C0-7642-B712-4CE893F508A2}" type="pres">
      <dgm:prSet presAssocID="{804BA1F5-43D5-487D-A182-2959400E09F7}" presName="outerComposite" presStyleCnt="0">
        <dgm:presLayoutVars>
          <dgm:chMax val="5"/>
          <dgm:dir/>
          <dgm:resizeHandles val="exact"/>
        </dgm:presLayoutVars>
      </dgm:prSet>
      <dgm:spPr/>
    </dgm:pt>
    <dgm:pt modelId="{1ECA61E1-E725-5045-B173-05113B8F606B}" type="pres">
      <dgm:prSet presAssocID="{804BA1F5-43D5-487D-A182-2959400E09F7}" presName="dummyMaxCanvas" presStyleCnt="0">
        <dgm:presLayoutVars/>
      </dgm:prSet>
      <dgm:spPr/>
    </dgm:pt>
    <dgm:pt modelId="{CED7E44B-473E-DA47-9F1E-1B1C7F3F684A}" type="pres">
      <dgm:prSet presAssocID="{804BA1F5-43D5-487D-A182-2959400E09F7}" presName="FourNodes_1" presStyleLbl="node1" presStyleIdx="0" presStyleCnt="4">
        <dgm:presLayoutVars>
          <dgm:bulletEnabled val="1"/>
        </dgm:presLayoutVars>
      </dgm:prSet>
      <dgm:spPr/>
    </dgm:pt>
    <dgm:pt modelId="{D647F376-3ED7-C444-8F14-6F8C5021A998}" type="pres">
      <dgm:prSet presAssocID="{804BA1F5-43D5-487D-A182-2959400E09F7}" presName="FourNodes_2" presStyleLbl="node1" presStyleIdx="1" presStyleCnt="4">
        <dgm:presLayoutVars>
          <dgm:bulletEnabled val="1"/>
        </dgm:presLayoutVars>
      </dgm:prSet>
      <dgm:spPr/>
    </dgm:pt>
    <dgm:pt modelId="{8A9C31B0-7674-BD44-BEEA-C4976B6AA018}" type="pres">
      <dgm:prSet presAssocID="{804BA1F5-43D5-487D-A182-2959400E09F7}" presName="FourNodes_3" presStyleLbl="node1" presStyleIdx="2" presStyleCnt="4">
        <dgm:presLayoutVars>
          <dgm:bulletEnabled val="1"/>
        </dgm:presLayoutVars>
      </dgm:prSet>
      <dgm:spPr/>
    </dgm:pt>
    <dgm:pt modelId="{C04B6330-8B49-A244-9A5D-6589B31C75D2}" type="pres">
      <dgm:prSet presAssocID="{804BA1F5-43D5-487D-A182-2959400E09F7}" presName="FourNodes_4" presStyleLbl="node1" presStyleIdx="3" presStyleCnt="4">
        <dgm:presLayoutVars>
          <dgm:bulletEnabled val="1"/>
        </dgm:presLayoutVars>
      </dgm:prSet>
      <dgm:spPr/>
    </dgm:pt>
    <dgm:pt modelId="{F902FCB0-1729-E342-BD30-37866290C699}" type="pres">
      <dgm:prSet presAssocID="{804BA1F5-43D5-487D-A182-2959400E09F7}" presName="FourConn_1-2" presStyleLbl="fgAccFollowNode1" presStyleIdx="0" presStyleCnt="3">
        <dgm:presLayoutVars>
          <dgm:bulletEnabled val="1"/>
        </dgm:presLayoutVars>
      </dgm:prSet>
      <dgm:spPr/>
    </dgm:pt>
    <dgm:pt modelId="{91AC3CB0-74FF-DA4A-A612-88ECB9F5D953}" type="pres">
      <dgm:prSet presAssocID="{804BA1F5-43D5-487D-A182-2959400E09F7}" presName="FourConn_2-3" presStyleLbl="fgAccFollowNode1" presStyleIdx="1" presStyleCnt="3">
        <dgm:presLayoutVars>
          <dgm:bulletEnabled val="1"/>
        </dgm:presLayoutVars>
      </dgm:prSet>
      <dgm:spPr/>
    </dgm:pt>
    <dgm:pt modelId="{E2B63BC3-2E04-E34E-A86B-328FDF6F7FF1}" type="pres">
      <dgm:prSet presAssocID="{804BA1F5-43D5-487D-A182-2959400E09F7}" presName="FourConn_3-4" presStyleLbl="fgAccFollowNode1" presStyleIdx="2" presStyleCnt="3">
        <dgm:presLayoutVars>
          <dgm:bulletEnabled val="1"/>
        </dgm:presLayoutVars>
      </dgm:prSet>
      <dgm:spPr/>
    </dgm:pt>
    <dgm:pt modelId="{994A24B5-5760-4D46-932F-1E81A0BE785B}" type="pres">
      <dgm:prSet presAssocID="{804BA1F5-43D5-487D-A182-2959400E09F7}" presName="FourNodes_1_text" presStyleLbl="node1" presStyleIdx="3" presStyleCnt="4">
        <dgm:presLayoutVars>
          <dgm:bulletEnabled val="1"/>
        </dgm:presLayoutVars>
      </dgm:prSet>
      <dgm:spPr/>
    </dgm:pt>
    <dgm:pt modelId="{05FBA237-B1D0-7F49-9FBB-5FBB1D83C8C5}" type="pres">
      <dgm:prSet presAssocID="{804BA1F5-43D5-487D-A182-2959400E09F7}" presName="FourNodes_2_text" presStyleLbl="node1" presStyleIdx="3" presStyleCnt="4">
        <dgm:presLayoutVars>
          <dgm:bulletEnabled val="1"/>
        </dgm:presLayoutVars>
      </dgm:prSet>
      <dgm:spPr/>
    </dgm:pt>
    <dgm:pt modelId="{7EEE58D6-85A5-D44E-AE23-8C50C2683C73}" type="pres">
      <dgm:prSet presAssocID="{804BA1F5-43D5-487D-A182-2959400E09F7}" presName="FourNodes_3_text" presStyleLbl="node1" presStyleIdx="3" presStyleCnt="4">
        <dgm:presLayoutVars>
          <dgm:bulletEnabled val="1"/>
        </dgm:presLayoutVars>
      </dgm:prSet>
      <dgm:spPr/>
    </dgm:pt>
    <dgm:pt modelId="{EE8324B3-053F-2A4A-8670-F0F10E5E7632}" type="pres">
      <dgm:prSet presAssocID="{804BA1F5-43D5-487D-A182-2959400E09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FAA7A400-B260-4E0F-9D54-FF69B0E4A5D3}" srcId="{804BA1F5-43D5-487D-A182-2959400E09F7}" destId="{1990BCF3-3971-44DE-A8CF-F4FF46F07F3E}" srcOrd="0" destOrd="0" parTransId="{936D361E-5F11-497E-B404-F3F0B1EC6D0F}" sibTransId="{319C3F7F-F1EA-4996-8273-6F33E5BAAA35}"/>
    <dgm:cxn modelId="{46A4871B-5B18-D54E-8A53-5D60E35F249A}" type="presOf" srcId="{C58A2CA7-D272-481D-ABF4-27A08E59CE25}" destId="{E2B63BC3-2E04-E34E-A86B-328FDF6F7FF1}" srcOrd="0" destOrd="0" presId="urn:microsoft.com/office/officeart/2005/8/layout/vProcess5"/>
    <dgm:cxn modelId="{6F726C30-3E8A-0A49-B3BA-5C7D0FBAAE12}" type="presOf" srcId="{77664A86-6D63-47F1-8A13-DCA46D457C97}" destId="{05FBA237-B1D0-7F49-9FBB-5FBB1D83C8C5}" srcOrd="1" destOrd="0" presId="urn:microsoft.com/office/officeart/2005/8/layout/vProcess5"/>
    <dgm:cxn modelId="{DF98D633-A933-7C40-9865-43C25174CA67}" type="presOf" srcId="{4E86C12D-1BB6-4453-AF1A-24B34FED327A}" destId="{C04B6330-8B49-A244-9A5D-6589B31C75D2}" srcOrd="0" destOrd="0" presId="urn:microsoft.com/office/officeart/2005/8/layout/vProcess5"/>
    <dgm:cxn modelId="{369AC735-C3DC-4A53-B783-F53FC006047D}" srcId="{804BA1F5-43D5-487D-A182-2959400E09F7}" destId="{A7D2359A-73B3-47DB-BD71-FC99B91C35F1}" srcOrd="2" destOrd="0" parTransId="{1C432803-5FE1-4546-8D7C-8134E97710D5}" sibTransId="{C58A2CA7-D272-481D-ABF4-27A08E59CE25}"/>
    <dgm:cxn modelId="{53C4513A-90C7-0B40-8ECD-92163E1E754B}" type="presOf" srcId="{A7D2359A-73B3-47DB-BD71-FC99B91C35F1}" destId="{7EEE58D6-85A5-D44E-AE23-8C50C2683C73}" srcOrd="1" destOrd="0" presId="urn:microsoft.com/office/officeart/2005/8/layout/vProcess5"/>
    <dgm:cxn modelId="{5CD18A3D-C315-0140-8308-A8D22EFA8B88}" type="presOf" srcId="{77664A86-6D63-47F1-8A13-DCA46D457C97}" destId="{D647F376-3ED7-C444-8F14-6F8C5021A998}" srcOrd="0" destOrd="0" presId="urn:microsoft.com/office/officeart/2005/8/layout/vProcess5"/>
    <dgm:cxn modelId="{A9AA9B6C-FC6E-4FD6-9EB8-CC611A1BF1C4}" srcId="{804BA1F5-43D5-487D-A182-2959400E09F7}" destId="{4E86C12D-1BB6-4453-AF1A-24B34FED327A}" srcOrd="3" destOrd="0" parTransId="{EC14365E-BEF5-4852-A42C-A8182051B9DE}" sibTransId="{0E2FE1C9-291B-4C79-8817-A3BB8E3545FD}"/>
    <dgm:cxn modelId="{E0576383-FF81-6A49-BFF4-F3DDAB0DFFAC}" type="presOf" srcId="{265B97FA-D4A1-4FB8-B189-9E59CE38EBFC}" destId="{91AC3CB0-74FF-DA4A-A612-88ECB9F5D953}" srcOrd="0" destOrd="0" presId="urn:microsoft.com/office/officeart/2005/8/layout/vProcess5"/>
    <dgm:cxn modelId="{2ADEFD89-86A8-4029-967D-1FBBC51D3351}" srcId="{804BA1F5-43D5-487D-A182-2959400E09F7}" destId="{77664A86-6D63-47F1-8A13-DCA46D457C97}" srcOrd="1" destOrd="0" parTransId="{A30CB9FE-6EE7-4BB2-AEB4-A5708A58D4EE}" sibTransId="{265B97FA-D4A1-4FB8-B189-9E59CE38EBFC}"/>
    <dgm:cxn modelId="{3134278E-094F-1344-A84C-D7D6221CDECB}" type="presOf" srcId="{1990BCF3-3971-44DE-A8CF-F4FF46F07F3E}" destId="{994A24B5-5760-4D46-932F-1E81A0BE785B}" srcOrd="1" destOrd="0" presId="urn:microsoft.com/office/officeart/2005/8/layout/vProcess5"/>
    <dgm:cxn modelId="{CECB46A2-2366-654B-AA06-F6BFA34AB281}" type="presOf" srcId="{319C3F7F-F1EA-4996-8273-6F33E5BAAA35}" destId="{F902FCB0-1729-E342-BD30-37866290C699}" srcOrd="0" destOrd="0" presId="urn:microsoft.com/office/officeart/2005/8/layout/vProcess5"/>
    <dgm:cxn modelId="{CDF250B4-4E88-8E46-8A49-17733FBC4140}" type="presOf" srcId="{4E86C12D-1BB6-4453-AF1A-24B34FED327A}" destId="{EE8324B3-053F-2A4A-8670-F0F10E5E7632}" srcOrd="1" destOrd="0" presId="urn:microsoft.com/office/officeart/2005/8/layout/vProcess5"/>
    <dgm:cxn modelId="{A58053BB-2432-CD45-A292-37D536B96737}" type="presOf" srcId="{804BA1F5-43D5-487D-A182-2959400E09F7}" destId="{458821F1-93C0-7642-B712-4CE893F508A2}" srcOrd="0" destOrd="0" presId="urn:microsoft.com/office/officeart/2005/8/layout/vProcess5"/>
    <dgm:cxn modelId="{E6EDD7C8-3FA8-A247-849C-89D665B47DB4}" type="presOf" srcId="{1990BCF3-3971-44DE-A8CF-F4FF46F07F3E}" destId="{CED7E44B-473E-DA47-9F1E-1B1C7F3F684A}" srcOrd="0" destOrd="0" presId="urn:microsoft.com/office/officeart/2005/8/layout/vProcess5"/>
    <dgm:cxn modelId="{579AA3D7-D428-D843-BF96-5746C7AD1332}" type="presOf" srcId="{A7D2359A-73B3-47DB-BD71-FC99B91C35F1}" destId="{8A9C31B0-7674-BD44-BEEA-C4976B6AA018}" srcOrd="0" destOrd="0" presId="urn:microsoft.com/office/officeart/2005/8/layout/vProcess5"/>
    <dgm:cxn modelId="{50D370DB-CDA8-9443-89B8-4D7A565931DA}" type="presParOf" srcId="{458821F1-93C0-7642-B712-4CE893F508A2}" destId="{1ECA61E1-E725-5045-B173-05113B8F606B}" srcOrd="0" destOrd="0" presId="urn:microsoft.com/office/officeart/2005/8/layout/vProcess5"/>
    <dgm:cxn modelId="{ABBD612A-A587-6A4A-B386-10EC4D13A298}" type="presParOf" srcId="{458821F1-93C0-7642-B712-4CE893F508A2}" destId="{CED7E44B-473E-DA47-9F1E-1B1C7F3F684A}" srcOrd="1" destOrd="0" presId="urn:microsoft.com/office/officeart/2005/8/layout/vProcess5"/>
    <dgm:cxn modelId="{237E29FD-24CE-0047-B58F-9D6062258E1B}" type="presParOf" srcId="{458821F1-93C0-7642-B712-4CE893F508A2}" destId="{D647F376-3ED7-C444-8F14-6F8C5021A998}" srcOrd="2" destOrd="0" presId="urn:microsoft.com/office/officeart/2005/8/layout/vProcess5"/>
    <dgm:cxn modelId="{9DFE1A96-B184-5F41-AFFB-238557A1FDFE}" type="presParOf" srcId="{458821F1-93C0-7642-B712-4CE893F508A2}" destId="{8A9C31B0-7674-BD44-BEEA-C4976B6AA018}" srcOrd="3" destOrd="0" presId="urn:microsoft.com/office/officeart/2005/8/layout/vProcess5"/>
    <dgm:cxn modelId="{135778D9-82E0-E74E-AF64-721F09B97B4C}" type="presParOf" srcId="{458821F1-93C0-7642-B712-4CE893F508A2}" destId="{C04B6330-8B49-A244-9A5D-6589B31C75D2}" srcOrd="4" destOrd="0" presId="urn:microsoft.com/office/officeart/2005/8/layout/vProcess5"/>
    <dgm:cxn modelId="{6B42AD7E-243A-A442-805B-BF1D994FAEDB}" type="presParOf" srcId="{458821F1-93C0-7642-B712-4CE893F508A2}" destId="{F902FCB0-1729-E342-BD30-37866290C699}" srcOrd="5" destOrd="0" presId="urn:microsoft.com/office/officeart/2005/8/layout/vProcess5"/>
    <dgm:cxn modelId="{128EE16C-99D7-6846-BFF4-E8218A2A3721}" type="presParOf" srcId="{458821F1-93C0-7642-B712-4CE893F508A2}" destId="{91AC3CB0-74FF-DA4A-A612-88ECB9F5D953}" srcOrd="6" destOrd="0" presId="urn:microsoft.com/office/officeart/2005/8/layout/vProcess5"/>
    <dgm:cxn modelId="{FAE24875-F487-AF4E-B6E2-FA62C82E235A}" type="presParOf" srcId="{458821F1-93C0-7642-B712-4CE893F508A2}" destId="{E2B63BC3-2E04-E34E-A86B-328FDF6F7FF1}" srcOrd="7" destOrd="0" presId="urn:microsoft.com/office/officeart/2005/8/layout/vProcess5"/>
    <dgm:cxn modelId="{C438526D-0849-9C4D-8460-F76FD911B4AC}" type="presParOf" srcId="{458821F1-93C0-7642-B712-4CE893F508A2}" destId="{994A24B5-5760-4D46-932F-1E81A0BE785B}" srcOrd="8" destOrd="0" presId="urn:microsoft.com/office/officeart/2005/8/layout/vProcess5"/>
    <dgm:cxn modelId="{A40F49C9-91D9-3244-ACC7-D9154501F4F9}" type="presParOf" srcId="{458821F1-93C0-7642-B712-4CE893F508A2}" destId="{05FBA237-B1D0-7F49-9FBB-5FBB1D83C8C5}" srcOrd="9" destOrd="0" presId="urn:microsoft.com/office/officeart/2005/8/layout/vProcess5"/>
    <dgm:cxn modelId="{29D502A4-47FA-724D-87F9-D3FE0DC709FD}" type="presParOf" srcId="{458821F1-93C0-7642-B712-4CE893F508A2}" destId="{7EEE58D6-85A5-D44E-AE23-8C50C2683C73}" srcOrd="10" destOrd="0" presId="urn:microsoft.com/office/officeart/2005/8/layout/vProcess5"/>
    <dgm:cxn modelId="{FD1A84BF-9ECF-344A-BB01-41ED46E0D7A2}" type="presParOf" srcId="{458821F1-93C0-7642-B712-4CE893F508A2}" destId="{EE8324B3-053F-2A4A-8670-F0F10E5E7632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7E44B-473E-DA47-9F1E-1B1C7F3F684A}">
      <dsp:nvSpPr>
        <dsp:cNvPr id="0" name=""/>
        <dsp:cNvSpPr/>
      </dsp:nvSpPr>
      <dsp:spPr>
        <a:xfrm>
          <a:off x="0" y="0"/>
          <a:ext cx="3862537" cy="124343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Swing Decision</a:t>
          </a:r>
        </a:p>
      </dsp:txBody>
      <dsp:txXfrm>
        <a:off x="36419" y="36419"/>
        <a:ext cx="2415709" cy="1170592"/>
      </dsp:txXfrm>
    </dsp:sp>
    <dsp:sp modelId="{D647F376-3ED7-C444-8F14-6F8C5021A998}">
      <dsp:nvSpPr>
        <dsp:cNvPr id="0" name=""/>
        <dsp:cNvSpPr/>
      </dsp:nvSpPr>
      <dsp:spPr>
        <a:xfrm>
          <a:off x="323487" y="1469508"/>
          <a:ext cx="3862537" cy="1243430"/>
        </a:xfrm>
        <a:prstGeom prst="roundRect">
          <a:avLst>
            <a:gd name="adj" fmla="val 10000"/>
          </a:avLst>
        </a:prstGeom>
        <a:solidFill>
          <a:schemeClr val="accent2"/>
        </a:solidFill>
        <a:ln w="19050" cap="flat" cmpd="sng" algn="ctr">
          <a:solidFill>
            <a:schemeClr val="accent2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Contact</a:t>
          </a:r>
        </a:p>
      </dsp:txBody>
      <dsp:txXfrm>
        <a:off x="359906" y="1505927"/>
        <a:ext cx="2657982" cy="1170592"/>
      </dsp:txXfrm>
    </dsp:sp>
    <dsp:sp modelId="{8A9C31B0-7674-BD44-BEEA-C4976B6AA018}">
      <dsp:nvSpPr>
        <dsp:cNvPr id="0" name=""/>
        <dsp:cNvSpPr/>
      </dsp:nvSpPr>
      <dsp:spPr>
        <a:xfrm>
          <a:off x="642146" y="2939016"/>
          <a:ext cx="3862537" cy="124343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Power</a:t>
          </a:r>
        </a:p>
      </dsp:txBody>
      <dsp:txXfrm>
        <a:off x="678565" y="2975435"/>
        <a:ext cx="2662810" cy="1170592"/>
      </dsp:txXfrm>
    </dsp:sp>
    <dsp:sp modelId="{C04B6330-8B49-A244-9A5D-6589B31C75D2}">
      <dsp:nvSpPr>
        <dsp:cNvPr id="0" name=""/>
        <dsp:cNvSpPr/>
      </dsp:nvSpPr>
      <dsp:spPr>
        <a:xfrm>
          <a:off x="965634" y="4408524"/>
          <a:ext cx="3862537" cy="1243430"/>
        </a:xfrm>
        <a:prstGeom prst="roundRect">
          <a:avLst>
            <a:gd name="adj" fmla="val 10000"/>
          </a:avLst>
        </a:prstGeom>
        <a:solidFill>
          <a:schemeClr val="accent3"/>
        </a:solidFill>
        <a:ln w="19050" cap="flat" cmpd="sng" algn="ctr">
          <a:solidFill>
            <a:schemeClr val="accent3">
              <a:lumMod val="60000"/>
              <a:lumOff val="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Speed</a:t>
          </a:r>
        </a:p>
      </dsp:txBody>
      <dsp:txXfrm>
        <a:off x="1002053" y="4444943"/>
        <a:ext cx="2657982" cy="1170592"/>
      </dsp:txXfrm>
    </dsp:sp>
    <dsp:sp modelId="{F902FCB0-1729-E342-BD30-37866290C699}">
      <dsp:nvSpPr>
        <dsp:cNvPr id="0" name=""/>
        <dsp:cNvSpPr/>
      </dsp:nvSpPr>
      <dsp:spPr>
        <a:xfrm>
          <a:off x="3054308" y="952354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236160" y="952354"/>
        <a:ext cx="444525" cy="608192"/>
      </dsp:txXfrm>
    </dsp:sp>
    <dsp:sp modelId="{91AC3CB0-74FF-DA4A-A612-88ECB9F5D953}">
      <dsp:nvSpPr>
        <dsp:cNvPr id="0" name=""/>
        <dsp:cNvSpPr/>
      </dsp:nvSpPr>
      <dsp:spPr>
        <a:xfrm>
          <a:off x="3377795" y="2421862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559647" y="2421862"/>
        <a:ext cx="444525" cy="608192"/>
      </dsp:txXfrm>
    </dsp:sp>
    <dsp:sp modelId="{E2B63BC3-2E04-E34E-A86B-328FDF6F7FF1}">
      <dsp:nvSpPr>
        <dsp:cNvPr id="0" name=""/>
        <dsp:cNvSpPr/>
      </dsp:nvSpPr>
      <dsp:spPr>
        <a:xfrm>
          <a:off x="3696454" y="3891371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878306" y="3891371"/>
        <a:ext cx="444525" cy="60819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7E44B-473E-DA47-9F1E-1B1C7F3F684A}">
      <dsp:nvSpPr>
        <dsp:cNvPr id="0" name=""/>
        <dsp:cNvSpPr/>
      </dsp:nvSpPr>
      <dsp:spPr>
        <a:xfrm>
          <a:off x="0" y="0"/>
          <a:ext cx="3862537" cy="1243430"/>
        </a:xfrm>
        <a:prstGeom prst="roundRect">
          <a:avLst>
            <a:gd name="adj" fmla="val 10000"/>
          </a:avLst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Swing Decision</a:t>
          </a:r>
        </a:p>
      </dsp:txBody>
      <dsp:txXfrm>
        <a:off x="36419" y="36419"/>
        <a:ext cx="2415709" cy="1170592"/>
      </dsp:txXfrm>
    </dsp:sp>
    <dsp:sp modelId="{D647F376-3ED7-C444-8F14-6F8C5021A998}">
      <dsp:nvSpPr>
        <dsp:cNvPr id="0" name=""/>
        <dsp:cNvSpPr/>
      </dsp:nvSpPr>
      <dsp:spPr>
        <a:xfrm>
          <a:off x="323487" y="1469508"/>
          <a:ext cx="3862537" cy="124343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Contact</a:t>
          </a:r>
        </a:p>
      </dsp:txBody>
      <dsp:txXfrm>
        <a:off x="359906" y="1505927"/>
        <a:ext cx="2657982" cy="1170592"/>
      </dsp:txXfrm>
    </dsp:sp>
    <dsp:sp modelId="{8A9C31B0-7674-BD44-BEEA-C4976B6AA018}">
      <dsp:nvSpPr>
        <dsp:cNvPr id="0" name=""/>
        <dsp:cNvSpPr/>
      </dsp:nvSpPr>
      <dsp:spPr>
        <a:xfrm>
          <a:off x="642146" y="2939016"/>
          <a:ext cx="3862537" cy="124343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Power</a:t>
          </a:r>
        </a:p>
      </dsp:txBody>
      <dsp:txXfrm>
        <a:off x="678565" y="2975435"/>
        <a:ext cx="2662810" cy="1170592"/>
      </dsp:txXfrm>
    </dsp:sp>
    <dsp:sp modelId="{C04B6330-8B49-A244-9A5D-6589B31C75D2}">
      <dsp:nvSpPr>
        <dsp:cNvPr id="0" name=""/>
        <dsp:cNvSpPr/>
      </dsp:nvSpPr>
      <dsp:spPr>
        <a:xfrm>
          <a:off x="965634" y="4408524"/>
          <a:ext cx="3862537" cy="124343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Speed</a:t>
          </a:r>
        </a:p>
      </dsp:txBody>
      <dsp:txXfrm>
        <a:off x="1002053" y="4444943"/>
        <a:ext cx="2657982" cy="1170592"/>
      </dsp:txXfrm>
    </dsp:sp>
    <dsp:sp modelId="{F902FCB0-1729-E342-BD30-37866290C699}">
      <dsp:nvSpPr>
        <dsp:cNvPr id="0" name=""/>
        <dsp:cNvSpPr/>
      </dsp:nvSpPr>
      <dsp:spPr>
        <a:xfrm>
          <a:off x="3054308" y="952354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236160" y="952354"/>
        <a:ext cx="444525" cy="608192"/>
      </dsp:txXfrm>
    </dsp:sp>
    <dsp:sp modelId="{91AC3CB0-74FF-DA4A-A612-88ECB9F5D953}">
      <dsp:nvSpPr>
        <dsp:cNvPr id="0" name=""/>
        <dsp:cNvSpPr/>
      </dsp:nvSpPr>
      <dsp:spPr>
        <a:xfrm>
          <a:off x="3377795" y="2421862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559647" y="2421862"/>
        <a:ext cx="444525" cy="608192"/>
      </dsp:txXfrm>
    </dsp:sp>
    <dsp:sp modelId="{E2B63BC3-2E04-E34E-A86B-328FDF6F7FF1}">
      <dsp:nvSpPr>
        <dsp:cNvPr id="0" name=""/>
        <dsp:cNvSpPr/>
      </dsp:nvSpPr>
      <dsp:spPr>
        <a:xfrm>
          <a:off x="3696454" y="3891371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878306" y="3891371"/>
        <a:ext cx="444525" cy="60819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A13E0-CB38-8145-8F17-3CAD8A2E554C}">
      <dsp:nvSpPr>
        <dsp:cNvPr id="0" name=""/>
        <dsp:cNvSpPr/>
      </dsp:nvSpPr>
      <dsp:spPr>
        <a:xfrm>
          <a:off x="5874207" y="2765416"/>
          <a:ext cx="492382" cy="68004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80048"/>
              </a:lnTo>
              <a:lnTo>
                <a:pt x="492382" y="68004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AD4EF5-C04B-CC48-9F8A-E4959A0F92E3}">
      <dsp:nvSpPr>
        <dsp:cNvPr id="0" name=""/>
        <dsp:cNvSpPr/>
      </dsp:nvSpPr>
      <dsp:spPr>
        <a:xfrm>
          <a:off x="4296489" y="1186055"/>
          <a:ext cx="1577717" cy="45567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9705"/>
              </a:lnTo>
              <a:lnTo>
                <a:pt x="1577717" y="219705"/>
              </a:lnTo>
              <a:lnTo>
                <a:pt x="1577717" y="45567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7DC6F-88CD-D14B-A04C-3B43858B0EB1}">
      <dsp:nvSpPr>
        <dsp:cNvPr id="0" name=""/>
        <dsp:cNvSpPr/>
      </dsp:nvSpPr>
      <dsp:spPr>
        <a:xfrm>
          <a:off x="2323039" y="2768027"/>
          <a:ext cx="91440" cy="604458"/>
        </a:xfrm>
        <a:custGeom>
          <a:avLst/>
          <a:gdLst/>
          <a:ahLst/>
          <a:cxnLst/>
          <a:rect l="0" t="0" r="0" b="0"/>
          <a:pathLst>
            <a:path>
              <a:moveTo>
                <a:pt x="125824" y="0"/>
              </a:moveTo>
              <a:lnTo>
                <a:pt x="125824" y="604458"/>
              </a:lnTo>
              <a:lnTo>
                <a:pt x="45720" y="604458"/>
              </a:lnTo>
            </a:path>
          </a:pathLst>
        </a:custGeom>
        <a:noFill/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6F11D8-C647-A44B-8B7C-11C737C9F093}">
      <dsp:nvSpPr>
        <dsp:cNvPr id="0" name=""/>
        <dsp:cNvSpPr/>
      </dsp:nvSpPr>
      <dsp:spPr>
        <a:xfrm>
          <a:off x="2448863" y="1186055"/>
          <a:ext cx="1847625" cy="458289"/>
        </a:xfrm>
        <a:custGeom>
          <a:avLst/>
          <a:gdLst/>
          <a:ahLst/>
          <a:cxnLst/>
          <a:rect l="0" t="0" r="0" b="0"/>
          <a:pathLst>
            <a:path>
              <a:moveTo>
                <a:pt x="1847625" y="0"/>
              </a:moveTo>
              <a:lnTo>
                <a:pt x="1847625" y="222316"/>
              </a:lnTo>
              <a:lnTo>
                <a:pt x="0" y="222316"/>
              </a:lnTo>
              <a:lnTo>
                <a:pt x="0" y="458289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6B71E7-E3C4-394C-8E16-1CD98756A313}">
      <dsp:nvSpPr>
        <dsp:cNvPr id="0" name=""/>
        <dsp:cNvSpPr/>
      </dsp:nvSpPr>
      <dsp:spPr>
        <a:xfrm>
          <a:off x="3734648" y="62372"/>
          <a:ext cx="1123682" cy="112368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E4F8E8-C7C7-9B4C-A649-0A30678F55E3}">
      <dsp:nvSpPr>
        <dsp:cNvPr id="0" name=""/>
        <dsp:cNvSpPr/>
      </dsp:nvSpPr>
      <dsp:spPr>
        <a:xfrm>
          <a:off x="3734648" y="62372"/>
          <a:ext cx="1123682" cy="112368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7309170-F0FE-644D-B70A-2836442C66DC}">
      <dsp:nvSpPr>
        <dsp:cNvPr id="0" name=""/>
        <dsp:cNvSpPr/>
      </dsp:nvSpPr>
      <dsp:spPr>
        <a:xfrm>
          <a:off x="3172807" y="264635"/>
          <a:ext cx="2247364" cy="7191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Swing Decision Grade is:</a:t>
          </a:r>
        </a:p>
      </dsp:txBody>
      <dsp:txXfrm>
        <a:off x="3172807" y="264635"/>
        <a:ext cx="2247364" cy="719156"/>
      </dsp:txXfrm>
    </dsp:sp>
    <dsp:sp modelId="{FDC55191-8C40-B346-8A69-5C45D13CE905}">
      <dsp:nvSpPr>
        <dsp:cNvPr id="0" name=""/>
        <dsp:cNvSpPr/>
      </dsp:nvSpPr>
      <dsp:spPr>
        <a:xfrm>
          <a:off x="1887022" y="1644344"/>
          <a:ext cx="1123682" cy="112368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0E39B76-9FA7-FB47-816E-AE460CF3AE93}">
      <dsp:nvSpPr>
        <dsp:cNvPr id="0" name=""/>
        <dsp:cNvSpPr/>
      </dsp:nvSpPr>
      <dsp:spPr>
        <a:xfrm>
          <a:off x="1887022" y="1644344"/>
          <a:ext cx="1123682" cy="112368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276E38-E8FC-1B45-9AE8-A27D7CFE47D2}">
      <dsp:nvSpPr>
        <dsp:cNvPr id="0" name=""/>
        <dsp:cNvSpPr/>
      </dsp:nvSpPr>
      <dsp:spPr>
        <a:xfrm>
          <a:off x="1325181" y="1846607"/>
          <a:ext cx="2247364" cy="7191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If the hitter swings</a:t>
          </a:r>
        </a:p>
      </dsp:txBody>
      <dsp:txXfrm>
        <a:off x="1325181" y="1846607"/>
        <a:ext cx="2247364" cy="719156"/>
      </dsp:txXfrm>
    </dsp:sp>
    <dsp:sp modelId="{4F7981B9-804C-7E43-9E4A-BA4DA95488CC}">
      <dsp:nvSpPr>
        <dsp:cNvPr id="0" name=""/>
        <dsp:cNvSpPr/>
      </dsp:nvSpPr>
      <dsp:spPr>
        <a:xfrm>
          <a:off x="858246" y="3170222"/>
          <a:ext cx="1716492" cy="112368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D2C8A9-8F7C-C74E-A4EE-DB58E02AABC0}">
      <dsp:nvSpPr>
        <dsp:cNvPr id="0" name=""/>
        <dsp:cNvSpPr/>
      </dsp:nvSpPr>
      <dsp:spPr>
        <a:xfrm>
          <a:off x="858246" y="3170222"/>
          <a:ext cx="1716492" cy="112368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D498BB-60DB-1746-BA62-9414EDC92F40}">
      <dsp:nvSpPr>
        <dsp:cNvPr id="0" name=""/>
        <dsp:cNvSpPr/>
      </dsp:nvSpPr>
      <dsp:spPr>
        <a:xfrm>
          <a:off x="0" y="3372485"/>
          <a:ext cx="3432984" cy="7191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Swing Value – Pitch Value </a:t>
          </a:r>
        </a:p>
      </dsp:txBody>
      <dsp:txXfrm>
        <a:off x="0" y="3372485"/>
        <a:ext cx="3432984" cy="719156"/>
      </dsp:txXfrm>
    </dsp:sp>
    <dsp:sp modelId="{F1343715-F18D-774E-90AF-B534FA86DC8C}">
      <dsp:nvSpPr>
        <dsp:cNvPr id="0" name=""/>
        <dsp:cNvSpPr/>
      </dsp:nvSpPr>
      <dsp:spPr>
        <a:xfrm>
          <a:off x="5312365" y="1641734"/>
          <a:ext cx="1123682" cy="112368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7CF2D-C34F-C745-ACF4-3F576A5C93A2}">
      <dsp:nvSpPr>
        <dsp:cNvPr id="0" name=""/>
        <dsp:cNvSpPr/>
      </dsp:nvSpPr>
      <dsp:spPr>
        <a:xfrm>
          <a:off x="5312365" y="1641734"/>
          <a:ext cx="1123682" cy="112368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8106AA2-031B-5445-B560-F167AF04F42E}">
      <dsp:nvSpPr>
        <dsp:cNvPr id="0" name=""/>
        <dsp:cNvSpPr/>
      </dsp:nvSpPr>
      <dsp:spPr>
        <a:xfrm>
          <a:off x="4750524" y="1843997"/>
          <a:ext cx="2247364" cy="7191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If the Hitter Takes</a:t>
          </a:r>
        </a:p>
      </dsp:txBody>
      <dsp:txXfrm>
        <a:off x="4750524" y="1843997"/>
        <a:ext cx="2247364" cy="719156"/>
      </dsp:txXfrm>
    </dsp:sp>
    <dsp:sp modelId="{3946E9EF-BF63-EA4F-942F-0458C6EF3BA5}">
      <dsp:nvSpPr>
        <dsp:cNvPr id="0" name=""/>
        <dsp:cNvSpPr/>
      </dsp:nvSpPr>
      <dsp:spPr>
        <a:xfrm>
          <a:off x="6173089" y="3243202"/>
          <a:ext cx="1612495" cy="1123682"/>
        </a:xfrm>
        <a:prstGeom prst="arc">
          <a:avLst>
            <a:gd name="adj1" fmla="val 13200000"/>
            <a:gd name="adj2" fmla="val 192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5FB5D59-CC9E-C24F-96E5-7BAD50005887}">
      <dsp:nvSpPr>
        <dsp:cNvPr id="0" name=""/>
        <dsp:cNvSpPr/>
      </dsp:nvSpPr>
      <dsp:spPr>
        <a:xfrm>
          <a:off x="6173089" y="3243202"/>
          <a:ext cx="1612495" cy="1123682"/>
        </a:xfrm>
        <a:prstGeom prst="arc">
          <a:avLst>
            <a:gd name="adj1" fmla="val 2400000"/>
            <a:gd name="adj2" fmla="val 8400000"/>
          </a:avLst>
        </a:pr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B9D8505-FABD-554D-BC56-5EB2181C3571}">
      <dsp:nvSpPr>
        <dsp:cNvPr id="0" name=""/>
        <dsp:cNvSpPr/>
      </dsp:nvSpPr>
      <dsp:spPr>
        <a:xfrm>
          <a:off x="5366842" y="3445465"/>
          <a:ext cx="3224990" cy="719156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Take Value – Pitch Value</a:t>
          </a:r>
        </a:p>
      </dsp:txBody>
      <dsp:txXfrm>
        <a:off x="5366842" y="3445465"/>
        <a:ext cx="3224990" cy="71915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ED7E44B-473E-DA47-9F1E-1B1C7F3F684A}">
      <dsp:nvSpPr>
        <dsp:cNvPr id="0" name=""/>
        <dsp:cNvSpPr/>
      </dsp:nvSpPr>
      <dsp:spPr>
        <a:xfrm>
          <a:off x="0" y="0"/>
          <a:ext cx="3862537" cy="124343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Swing Decision</a:t>
          </a:r>
        </a:p>
      </dsp:txBody>
      <dsp:txXfrm>
        <a:off x="36419" y="36419"/>
        <a:ext cx="2415709" cy="1170592"/>
      </dsp:txXfrm>
    </dsp:sp>
    <dsp:sp modelId="{D647F376-3ED7-C444-8F14-6F8C5021A998}">
      <dsp:nvSpPr>
        <dsp:cNvPr id="0" name=""/>
        <dsp:cNvSpPr/>
      </dsp:nvSpPr>
      <dsp:spPr>
        <a:xfrm>
          <a:off x="323487" y="1469508"/>
          <a:ext cx="3862537" cy="124343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Contact</a:t>
          </a:r>
        </a:p>
      </dsp:txBody>
      <dsp:txXfrm>
        <a:off x="359906" y="1505927"/>
        <a:ext cx="2657982" cy="1170592"/>
      </dsp:txXfrm>
    </dsp:sp>
    <dsp:sp modelId="{8A9C31B0-7674-BD44-BEEA-C4976B6AA018}">
      <dsp:nvSpPr>
        <dsp:cNvPr id="0" name=""/>
        <dsp:cNvSpPr/>
      </dsp:nvSpPr>
      <dsp:spPr>
        <a:xfrm>
          <a:off x="642146" y="2939016"/>
          <a:ext cx="3862537" cy="124343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Power</a:t>
          </a:r>
        </a:p>
      </dsp:txBody>
      <dsp:txXfrm>
        <a:off x="678565" y="2975435"/>
        <a:ext cx="2662810" cy="1170592"/>
      </dsp:txXfrm>
    </dsp:sp>
    <dsp:sp modelId="{C04B6330-8B49-A244-9A5D-6589B31C75D2}">
      <dsp:nvSpPr>
        <dsp:cNvPr id="0" name=""/>
        <dsp:cNvSpPr/>
      </dsp:nvSpPr>
      <dsp:spPr>
        <a:xfrm>
          <a:off x="965634" y="4408524"/>
          <a:ext cx="3862537" cy="1243430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Speed</a:t>
          </a:r>
        </a:p>
      </dsp:txBody>
      <dsp:txXfrm>
        <a:off x="1002053" y="4444943"/>
        <a:ext cx="2657982" cy="1170592"/>
      </dsp:txXfrm>
    </dsp:sp>
    <dsp:sp modelId="{F902FCB0-1729-E342-BD30-37866290C699}">
      <dsp:nvSpPr>
        <dsp:cNvPr id="0" name=""/>
        <dsp:cNvSpPr/>
      </dsp:nvSpPr>
      <dsp:spPr>
        <a:xfrm>
          <a:off x="3054308" y="952354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236160" y="952354"/>
        <a:ext cx="444525" cy="608192"/>
      </dsp:txXfrm>
    </dsp:sp>
    <dsp:sp modelId="{91AC3CB0-74FF-DA4A-A612-88ECB9F5D953}">
      <dsp:nvSpPr>
        <dsp:cNvPr id="0" name=""/>
        <dsp:cNvSpPr/>
      </dsp:nvSpPr>
      <dsp:spPr>
        <a:xfrm>
          <a:off x="3377795" y="2421862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559647" y="2421862"/>
        <a:ext cx="444525" cy="608192"/>
      </dsp:txXfrm>
    </dsp:sp>
    <dsp:sp modelId="{E2B63BC3-2E04-E34E-A86B-328FDF6F7FF1}">
      <dsp:nvSpPr>
        <dsp:cNvPr id="0" name=""/>
        <dsp:cNvSpPr/>
      </dsp:nvSpPr>
      <dsp:spPr>
        <a:xfrm>
          <a:off x="3696454" y="3891371"/>
          <a:ext cx="808229" cy="808229"/>
        </a:xfrm>
        <a:prstGeom prst="downArrow">
          <a:avLst>
            <a:gd name="adj1" fmla="val 55000"/>
            <a:gd name="adj2" fmla="val 45000"/>
          </a:avLst>
        </a:prstGeom>
        <a:solidFill>
          <a:schemeClr val="bg2">
            <a:lumMod val="75000"/>
          </a:schemeClr>
        </a:solidFill>
        <a:ln w="19050" cap="flat" cmpd="sng" algn="ctr">
          <a:solidFill>
            <a:schemeClr val="bg2">
              <a:lumMod val="5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3878306" y="3891371"/>
        <a:ext cx="444525" cy="6081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5FEAD8-84F3-8B46-BF1D-F7D12403332A}" type="datetimeFigureOut">
              <a:rPr lang="en-US" smtClean="0"/>
              <a:t>6/11/24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9F1B17-DB85-1E42-9992-CBA72BA94B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5448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Remember when they player whiffed at a pitch in the dirt. While it didn’t really effect their contract score, it does effect their swing decision score.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Each pitch is assigned a swing score, take score, and pitch score</a:t>
            </a:r>
          </a:p>
          <a:p>
            <a:pPr lvl="1"/>
            <a:r>
              <a:rPr lang="en-US" dirty="0"/>
              <a:t>Based on pitches velo, movement, location and</a:t>
            </a:r>
            <a:r>
              <a:rPr lang="en-US" b="1" dirty="0"/>
              <a:t> count</a:t>
            </a:r>
          </a:p>
          <a:p>
            <a:r>
              <a:rPr lang="en-US" dirty="0"/>
              <a:t>Each pitch also gets a swing probability and called ball vs strike probability, given the pitch was taken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F1B17-DB85-1E42-9992-CBA72BA94B4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0548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Remember when they player whiffed at a pitch in the dirt. While it didn’t really effect their contract score, it does effect their swing decision score.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r>
              <a:rPr lang="en-US" dirty="0"/>
              <a:t>Each pitch is assigned a swing score, take score, and pitch score</a:t>
            </a:r>
          </a:p>
          <a:p>
            <a:pPr lvl="1"/>
            <a:r>
              <a:rPr lang="en-US" dirty="0"/>
              <a:t>Based on pitches velo, movement, location and</a:t>
            </a:r>
            <a:r>
              <a:rPr lang="en-US" b="1" dirty="0"/>
              <a:t> count</a:t>
            </a:r>
          </a:p>
          <a:p>
            <a:r>
              <a:rPr lang="en-US" dirty="0"/>
              <a:t>Each pitch also gets a swing probability and called ball vs strike probability, given the pitch was taken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9F1B17-DB85-1E42-9992-CBA72BA94B4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588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86B9B-8C24-FEC1-EEF6-6D24F5F6A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69FEC4-AF99-B7A2-EB65-89167EE000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777E8B-40D3-0FCA-9084-8A3ED21E5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FCFF1E-C627-3068-7E52-318E9739E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E1F21-413E-EBCE-64CB-38B0A41D7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5529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79857-7C40-FBAF-6D90-3DD2031A1C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03691-5569-F350-F517-794083B4F4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BDEB72-BF9D-B634-85DD-98815EE40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214C23-C5E0-E683-7C26-7ECA418EE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E04FE0-C2B5-EBCC-09BA-A8479D37A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150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3B2E2-C3EE-31EE-7E4B-A30246436E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F62697-D5B3-79ED-02BE-A615FA90D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BA10D2-1C64-CD3E-FD0D-15D2DCBCD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A426C-5F8F-401C-BA99-FF3B1BD5C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A4F3E9-2055-1C5C-8F3C-6E4D3DD9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05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3ABE4-2C36-2E3E-0E63-CAF97F25A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E02A9-9EDE-4B55-8F37-74B5CC89AF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A9C417-12FA-D483-1F52-17EC828BFA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FEF308-180A-ADB2-AA57-4AC086E5E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A5726-A6FD-341D-FD94-8342EAFF33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AADB5-7455-8D5D-435C-61C3553802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794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CD304-0458-270A-A19F-BB4951FDD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25DCA5-B395-0034-2D31-C36C1AAA52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876124-2938-A8DD-D18B-3C3FF535E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D1D0C9-F739-A093-9D7A-2D66083B93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E9E00BC-0BB8-F65B-78C3-DBBA49EB69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2B1048-FB74-0E84-6BC6-FCA855DF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C6870E3-DE22-1ECE-2CBF-678A3EAA6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676EC6-0692-32CC-8B34-2F2FD561B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734163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79F93-0F2B-6A31-B1BF-0365A9D13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8EC193-914F-59F0-53D0-71DF880F3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945D9-BCDC-D48B-E109-64CD59E99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63D711-E3EB-3571-15A0-FEB2128A9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804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929750-52D1-8395-2594-9507BA6D5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D7A42E-3EBF-7150-8C26-17FE698EA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0E9587-0DC9-B530-B0F4-77D1C61E1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438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7F10D-CAFE-7FF7-205F-EB83DA561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8E1E4-99A9-1453-8C83-1F69787A6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1D0A12-FC43-61A2-8803-5AB4C675C6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44D711-A020-2557-D8F6-61865C97B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7FD6F9-A297-0C04-7A7F-3942D29AE8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E3AF8F-2048-5899-B462-2B970A5A8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571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20815-5B1B-17FD-E2D6-9B92EE300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FD46C5-DA32-2A68-65DC-5EC98EA9AD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D38201-D8C9-FD35-C14B-424CA69D0C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D0FA42-4907-E21D-2DD7-1E8C2D34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D7C4BB-BDF0-0829-A6B0-CA9917984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247650-2535-1EA0-A68A-D84972BC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6898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DD30F2-75C9-E74D-9532-C6B7A9B3D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FCEAA2-FC99-B505-EA65-C89380AB1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F6B3C-E5FC-D62D-11DA-50E0498AD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E0E550-7784-3B10-372B-40ABBBABE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808A20-6D18-3252-75D3-71077D5B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0924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108903-DF7F-24D4-764C-0136371223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7943CA-905E-0CAB-2D47-5C4FC49E9B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07C7D-44C4-342B-D4DD-B17653BF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BE8E3A-A8C5-1389-9F2D-222090A8D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08E31-801A-95C2-D2A5-456C08FE9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43203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585028-8888-91EE-FA0A-3F796E94C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BB937-08F4-5DEC-D08F-6EE0D0992D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89BE5B-D9FD-E8C4-6B42-7E81B181FF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smtClean="0"/>
              <a:pPr/>
              <a:t>6/11/24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191FA-DE5A-8713-AD03-9E653F1DB4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35028A-D915-9294-928D-DBC610C82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942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33" r:id="rId1"/>
    <p:sldLayoutId id="2147484034" r:id="rId2"/>
    <p:sldLayoutId id="2147484035" r:id="rId3"/>
    <p:sldLayoutId id="2147484036" r:id="rId4"/>
    <p:sldLayoutId id="2147484037" r:id="rId5"/>
    <p:sldLayoutId id="2147484038" r:id="rId6"/>
    <p:sldLayoutId id="2147484039" r:id="rId7"/>
    <p:sldLayoutId id="2147484040" r:id="rId8"/>
    <p:sldLayoutId id="2147484041" r:id="rId9"/>
    <p:sldLayoutId id="2147484042" r:id="rId10"/>
    <p:sldLayoutId id="214748404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208">
            <a:extLst>
              <a:ext uri="{FF2B5EF4-FFF2-40B4-BE49-F238E27FC236}">
                <a16:creationId xmlns:a16="http://schemas.microsoft.com/office/drawing/2014/main" id="{1A3C89F8-0D2F-47FF-B903-151248265F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81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AEAFFE-36CF-76B3-F46F-D5668FD480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0430" y="583345"/>
            <a:ext cx="7160357" cy="4164820"/>
          </a:xfrm>
        </p:spPr>
        <p:txBody>
          <a:bodyPr anchor="t">
            <a:normAutofit/>
          </a:bodyPr>
          <a:lstStyle/>
          <a:p>
            <a:pPr algn="r"/>
            <a:r>
              <a:rPr lang="en-US" sz="7400">
                <a:solidFill>
                  <a:srgbClr val="FFFFFF"/>
                </a:solidFill>
              </a:rPr>
              <a:t>Evaluating Offensive Tools with Ball Tracking Data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1F9092-62B4-AFC6-8EFB-16257F5C37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8228" y="5972174"/>
            <a:ext cx="8578699" cy="504825"/>
          </a:xfrm>
        </p:spPr>
        <p:txBody>
          <a:bodyPr>
            <a:normAutofit/>
          </a:bodyPr>
          <a:lstStyle/>
          <a:p>
            <a:pPr algn="l"/>
            <a:r>
              <a:rPr lang="en-US" sz="2000">
                <a:solidFill>
                  <a:srgbClr val="FFFFFF"/>
                </a:solidFill>
              </a:rPr>
              <a:t>By Reece Calvin</a:t>
            </a:r>
          </a:p>
        </p:txBody>
      </p:sp>
      <p:sp>
        <p:nvSpPr>
          <p:cNvPr id="211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4359" y="583345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3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33139" y="8126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7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58819" y="1037066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56114" y="3503032"/>
            <a:ext cx="0" cy="334609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Graphic 22">
            <a:extLst>
              <a:ext uri="{FF2B5EF4-FFF2-40B4-BE49-F238E27FC236}">
                <a16:creationId xmlns:a16="http://schemas.microsoft.com/office/drawing/2014/main" id="{508BEF50-7B1E-49A4-BC19-5F4F1D755E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36425" y="5636680"/>
            <a:ext cx="151536" cy="151536"/>
          </a:xfrm>
          <a:custGeom>
            <a:avLst/>
            <a:gdLst>
              <a:gd name="connsiteX0" fmla="*/ 141251 w 151536"/>
              <a:gd name="connsiteY0" fmla="*/ 65483 h 151536"/>
              <a:gd name="connsiteX1" fmla="*/ 86053 w 151536"/>
              <a:gd name="connsiteY1" fmla="*/ 65483 h 151536"/>
              <a:gd name="connsiteX2" fmla="*/ 86053 w 151536"/>
              <a:gd name="connsiteY2" fmla="*/ 10285 h 151536"/>
              <a:gd name="connsiteX3" fmla="*/ 75768 w 151536"/>
              <a:gd name="connsiteY3" fmla="*/ 0 h 151536"/>
              <a:gd name="connsiteX4" fmla="*/ 65483 w 151536"/>
              <a:gd name="connsiteY4" fmla="*/ 10285 h 151536"/>
              <a:gd name="connsiteX5" fmla="*/ 65483 w 151536"/>
              <a:gd name="connsiteY5" fmla="*/ 65483 h 151536"/>
              <a:gd name="connsiteX6" fmla="*/ 10285 w 151536"/>
              <a:gd name="connsiteY6" fmla="*/ 65483 h 151536"/>
              <a:gd name="connsiteX7" fmla="*/ 0 w 151536"/>
              <a:gd name="connsiteY7" fmla="*/ 75768 h 151536"/>
              <a:gd name="connsiteX8" fmla="*/ 10285 w 151536"/>
              <a:gd name="connsiteY8" fmla="*/ 86053 h 151536"/>
              <a:gd name="connsiteX9" fmla="*/ 65483 w 151536"/>
              <a:gd name="connsiteY9" fmla="*/ 86053 h 151536"/>
              <a:gd name="connsiteX10" fmla="*/ 65483 w 151536"/>
              <a:gd name="connsiteY10" fmla="*/ 141251 h 151536"/>
              <a:gd name="connsiteX11" fmla="*/ 75768 w 151536"/>
              <a:gd name="connsiteY11" fmla="*/ 151536 h 151536"/>
              <a:gd name="connsiteX12" fmla="*/ 86053 w 151536"/>
              <a:gd name="connsiteY12" fmla="*/ 141251 h 151536"/>
              <a:gd name="connsiteX13" fmla="*/ 86053 w 151536"/>
              <a:gd name="connsiteY13" fmla="*/ 86053 h 151536"/>
              <a:gd name="connsiteX14" fmla="*/ 141251 w 151536"/>
              <a:gd name="connsiteY14" fmla="*/ 86053 h 151536"/>
              <a:gd name="connsiteX15" fmla="*/ 151536 w 151536"/>
              <a:gd name="connsiteY15" fmla="*/ 75768 h 151536"/>
              <a:gd name="connsiteX16" fmla="*/ 141251 w 151536"/>
              <a:gd name="connsiteY16" fmla="*/ 65483 h 151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51536" h="151536">
                <a:moveTo>
                  <a:pt x="141251" y="65483"/>
                </a:moveTo>
                <a:lnTo>
                  <a:pt x="86053" y="65483"/>
                </a:lnTo>
                <a:lnTo>
                  <a:pt x="86053" y="10285"/>
                </a:lnTo>
                <a:cubicBezTo>
                  <a:pt x="86053" y="4605"/>
                  <a:pt x="81448" y="0"/>
                  <a:pt x="75768" y="0"/>
                </a:cubicBezTo>
                <a:cubicBezTo>
                  <a:pt x="70088" y="0"/>
                  <a:pt x="65483" y="4605"/>
                  <a:pt x="65483" y="10285"/>
                </a:cubicBezTo>
                <a:lnTo>
                  <a:pt x="65483" y="65483"/>
                </a:lnTo>
                <a:lnTo>
                  <a:pt x="10285" y="65483"/>
                </a:lnTo>
                <a:cubicBezTo>
                  <a:pt x="4605" y="65483"/>
                  <a:pt x="0" y="70088"/>
                  <a:pt x="0" y="75768"/>
                </a:cubicBezTo>
                <a:cubicBezTo>
                  <a:pt x="0" y="81448"/>
                  <a:pt x="4605" y="86053"/>
                  <a:pt x="10285" y="86053"/>
                </a:cubicBezTo>
                <a:lnTo>
                  <a:pt x="65483" y="86053"/>
                </a:lnTo>
                <a:lnTo>
                  <a:pt x="65483" y="141251"/>
                </a:lnTo>
                <a:cubicBezTo>
                  <a:pt x="65483" y="146931"/>
                  <a:pt x="70088" y="151536"/>
                  <a:pt x="75768" y="151536"/>
                </a:cubicBezTo>
                <a:cubicBezTo>
                  <a:pt x="81448" y="151536"/>
                  <a:pt x="86053" y="146931"/>
                  <a:pt x="86053" y="141251"/>
                </a:cubicBezTo>
                <a:lnTo>
                  <a:pt x="86053" y="86053"/>
                </a:lnTo>
                <a:lnTo>
                  <a:pt x="141251" y="86053"/>
                </a:lnTo>
                <a:cubicBezTo>
                  <a:pt x="146931" y="86053"/>
                  <a:pt x="151536" y="81448"/>
                  <a:pt x="151536" y="75768"/>
                </a:cubicBezTo>
                <a:cubicBezTo>
                  <a:pt x="151536" y="70088"/>
                  <a:pt x="146931" y="65483"/>
                  <a:pt x="141251" y="65483"/>
                </a:cubicBezTo>
                <a:close/>
              </a:path>
            </a:pathLst>
          </a:custGeom>
          <a:solidFill>
            <a:srgbClr val="FFFFFF"/>
          </a:solidFill>
          <a:ln w="64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2" name="Graphic 23">
            <a:extLst>
              <a:ext uri="{FF2B5EF4-FFF2-40B4-BE49-F238E27FC236}">
                <a16:creationId xmlns:a16="http://schemas.microsoft.com/office/drawing/2014/main" id="{3FBAD350-5664-4811-A208-657FB882D3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45175" y="6096759"/>
            <a:ext cx="108625" cy="108625"/>
          </a:xfrm>
          <a:custGeom>
            <a:avLst/>
            <a:gdLst>
              <a:gd name="connsiteX0" fmla="*/ 54313 w 108625"/>
              <a:gd name="connsiteY0" fmla="*/ 16053 h 108625"/>
              <a:gd name="connsiteX1" fmla="*/ 92572 w 108625"/>
              <a:gd name="connsiteY1" fmla="*/ 54313 h 108625"/>
              <a:gd name="connsiteX2" fmla="*/ 54313 w 108625"/>
              <a:gd name="connsiteY2" fmla="*/ 92572 h 108625"/>
              <a:gd name="connsiteX3" fmla="*/ 16053 w 108625"/>
              <a:gd name="connsiteY3" fmla="*/ 54313 h 108625"/>
              <a:gd name="connsiteX4" fmla="*/ 54313 w 108625"/>
              <a:gd name="connsiteY4" fmla="*/ 16053 h 108625"/>
              <a:gd name="connsiteX5" fmla="*/ 54313 w 108625"/>
              <a:gd name="connsiteY5" fmla="*/ 0 h 108625"/>
              <a:gd name="connsiteX6" fmla="*/ 0 w 108625"/>
              <a:gd name="connsiteY6" fmla="*/ 54313 h 108625"/>
              <a:gd name="connsiteX7" fmla="*/ 54313 w 108625"/>
              <a:gd name="connsiteY7" fmla="*/ 108625 h 108625"/>
              <a:gd name="connsiteX8" fmla="*/ 108625 w 108625"/>
              <a:gd name="connsiteY8" fmla="*/ 54313 h 108625"/>
              <a:gd name="connsiteX9" fmla="*/ 54313 w 108625"/>
              <a:gd name="connsiteY9" fmla="*/ 0 h 10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8625" h="108625">
                <a:moveTo>
                  <a:pt x="54313" y="16053"/>
                </a:moveTo>
                <a:cubicBezTo>
                  <a:pt x="75442" y="16053"/>
                  <a:pt x="92572" y="33182"/>
                  <a:pt x="92572" y="54313"/>
                </a:cubicBezTo>
                <a:cubicBezTo>
                  <a:pt x="92572" y="75442"/>
                  <a:pt x="75442" y="92572"/>
                  <a:pt x="54313" y="92572"/>
                </a:cubicBezTo>
                <a:cubicBezTo>
                  <a:pt x="33182" y="92572"/>
                  <a:pt x="16053" y="75442"/>
                  <a:pt x="16053" y="54313"/>
                </a:cubicBezTo>
                <a:cubicBezTo>
                  <a:pt x="16074" y="33191"/>
                  <a:pt x="33191" y="16074"/>
                  <a:pt x="54313" y="16053"/>
                </a:cubicBezTo>
                <a:moveTo>
                  <a:pt x="54313" y="0"/>
                </a:moveTo>
                <a:cubicBezTo>
                  <a:pt x="24317" y="0"/>
                  <a:pt x="0" y="24317"/>
                  <a:pt x="0" y="54313"/>
                </a:cubicBezTo>
                <a:cubicBezTo>
                  <a:pt x="0" y="84309"/>
                  <a:pt x="24317" y="108625"/>
                  <a:pt x="54313" y="108625"/>
                </a:cubicBezTo>
                <a:cubicBezTo>
                  <a:pt x="84309" y="108625"/>
                  <a:pt x="108625" y="84309"/>
                  <a:pt x="108625" y="54313"/>
                </a:cubicBezTo>
                <a:cubicBezTo>
                  <a:pt x="108625" y="24317"/>
                  <a:pt x="84309" y="0"/>
                  <a:pt x="54313" y="0"/>
                </a:cubicBezTo>
                <a:close/>
              </a:path>
            </a:pathLst>
          </a:custGeom>
          <a:solidFill>
            <a:srgbClr val="FFFFFF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93" name="Graphic 21">
            <a:extLst>
              <a:ext uri="{FF2B5EF4-FFF2-40B4-BE49-F238E27FC236}">
                <a16:creationId xmlns:a16="http://schemas.microsoft.com/office/drawing/2014/main" id="{C39ADB8F-D187-49D7-BDCF-C1B6DC727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54288" y="6238029"/>
            <a:ext cx="95759" cy="95759"/>
          </a:xfrm>
          <a:custGeom>
            <a:avLst/>
            <a:gdLst>
              <a:gd name="connsiteX0" fmla="*/ 95759 w 95759"/>
              <a:gd name="connsiteY0" fmla="*/ 47880 h 95759"/>
              <a:gd name="connsiteX1" fmla="*/ 47880 w 95759"/>
              <a:gd name="connsiteY1" fmla="*/ 95759 h 95759"/>
              <a:gd name="connsiteX2" fmla="*/ 0 w 95759"/>
              <a:gd name="connsiteY2" fmla="*/ 47880 h 95759"/>
              <a:gd name="connsiteX3" fmla="*/ 47880 w 95759"/>
              <a:gd name="connsiteY3" fmla="*/ 0 h 95759"/>
              <a:gd name="connsiteX4" fmla="*/ 95759 w 95759"/>
              <a:gd name="connsiteY4" fmla="*/ 47880 h 95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759" h="95759">
                <a:moveTo>
                  <a:pt x="95759" y="47880"/>
                </a:moveTo>
                <a:cubicBezTo>
                  <a:pt x="95759" y="74323"/>
                  <a:pt x="74323" y="95759"/>
                  <a:pt x="47880" y="95759"/>
                </a:cubicBezTo>
                <a:cubicBezTo>
                  <a:pt x="21436" y="95759"/>
                  <a:pt x="0" y="74323"/>
                  <a:pt x="0" y="47880"/>
                </a:cubicBezTo>
                <a:cubicBezTo>
                  <a:pt x="0" y="21436"/>
                  <a:pt x="21436" y="0"/>
                  <a:pt x="47880" y="0"/>
                </a:cubicBezTo>
                <a:cubicBezTo>
                  <a:pt x="74323" y="0"/>
                  <a:pt x="95759" y="21436"/>
                  <a:pt x="95759" y="47880"/>
                </a:cubicBezTo>
                <a:close/>
              </a:path>
            </a:pathLst>
          </a:custGeom>
          <a:solidFill>
            <a:srgbClr val="FFFFFF"/>
          </a:solidFill>
          <a:ln w="469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0057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89F77-2884-004D-24A0-5BBE173F1E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22" y="390534"/>
            <a:ext cx="9224140" cy="870229"/>
          </a:xfrm>
        </p:spPr>
        <p:txBody>
          <a:bodyPr anchor="t">
            <a:normAutofit/>
          </a:bodyPr>
          <a:lstStyle/>
          <a:p>
            <a:r>
              <a:rPr lang="en-US" dirty="0"/>
              <a:t>Important Note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B1674-10FD-1F94-B1AA-5D1749CA5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301" y="2049517"/>
            <a:ext cx="10380517" cy="35477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dirty="0"/>
              <a:t>Preventing Over-Fitting was a Priority</a:t>
            </a:r>
          </a:p>
          <a:p>
            <a:pPr lvl="1"/>
            <a:r>
              <a:rPr lang="en-US" sz="3600" dirty="0"/>
              <a:t>ML Models Trained on 2016, 2017, 2020, and 2021</a:t>
            </a:r>
            <a:endParaRPr lang="en-US" sz="3200" dirty="0"/>
          </a:p>
          <a:p>
            <a:pPr lvl="1"/>
            <a:r>
              <a:rPr lang="en-US" sz="3600" dirty="0"/>
              <a:t>Separate Regression Model trained using 2018 and 2019 Data</a:t>
            </a:r>
          </a:p>
          <a:p>
            <a:pPr lvl="1"/>
            <a:r>
              <a:rPr lang="en-US" sz="3600" dirty="0"/>
              <a:t>Used 2022 and 2023 for overall evaluations</a:t>
            </a:r>
          </a:p>
          <a:p>
            <a:endParaRPr lang="en-US" sz="360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68EC965-623E-8BF3-985A-953E5C131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222078"/>
            <a:ext cx="12207199" cy="639001"/>
            <a:chOff x="-5025" y="6222078"/>
            <a:chExt cx="12207199" cy="639001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D95F932-C833-697F-9C8B-846A4C713F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5779075" y="437979"/>
              <a:ext cx="639000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B87D2FB-6AB1-6569-F43A-2CB44F77D3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08412" y="3577490"/>
              <a:ext cx="639000" cy="5928176"/>
            </a:xfrm>
            <a:prstGeom prst="rect">
              <a:avLst/>
            </a:prstGeom>
            <a:gradFill>
              <a:gsLst>
                <a:gs pos="3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689110B2-0156-23A7-9CD6-E7E456835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79" y="1260764"/>
            <a:ext cx="11768959" cy="163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064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FC76D1-2249-85E0-18A9-E87B4528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Baseball Offensive Tools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28FA71F-CB59-F131-626C-04E966249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94868378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604404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FC76D1-2249-85E0-18A9-E87B4528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Baseball Offensive Tools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28FA71F-CB59-F131-626C-04E966249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10711873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82229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43B729-3AD3-2E0D-43BA-95892683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1014574"/>
            <a:ext cx="9725730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Swing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10854-80C9-1209-DFDE-3165F3B9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8" y="3812004"/>
            <a:ext cx="11160554" cy="2904105"/>
          </a:xfrm>
        </p:spPr>
        <p:txBody>
          <a:bodyPr vert="horz" lIns="91440" tIns="45720" rIns="91440" bIns="4572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Objectives: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Judge each pitch based on its velo, movement, and location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3200" dirty="0">
                <a:solidFill>
                  <a:schemeClr val="tx2"/>
                </a:solidFill>
              </a:rPr>
              <a:t>Score the pitch based on the expected run value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Punish hitters for swinging at bad pitches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Reward hitters for swinging at good pitches</a:t>
            </a:r>
          </a:p>
        </p:txBody>
      </p:sp>
    </p:spTree>
    <p:extLst>
      <p:ext uri="{BB962C8B-B14F-4D97-AF65-F5344CB8AC3E}">
        <p14:creationId xmlns:p14="http://schemas.microsoft.com/office/powerpoint/2010/main" val="2612908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479F78-635C-D4BE-6643-A40E9C48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Swing Decision </a:t>
            </a:r>
            <a:r>
              <a:rPr lang="en-US" sz="4800" b="1" kern="1200" dirty="0">
                <a:solidFill>
                  <a:schemeClr val="tx2">
                    <a:lumMod val="50000"/>
                    <a:lumOff val="50000"/>
                  </a:schemeClr>
                </a:solidFill>
                <a:latin typeface="+mj-lt"/>
                <a:ea typeface="+mj-ea"/>
                <a:cs typeface="+mj-cs"/>
              </a:rPr>
              <a:t>Models</a:t>
            </a:r>
            <a:endParaRPr lang="en-US" sz="4800" b="1" dirty="0">
              <a:solidFill>
                <a:schemeClr val="accent2"/>
              </a:solidFill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3FB25070-4F5F-407D-2244-47692237F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6227" y="389273"/>
            <a:ext cx="6764144" cy="6244046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/>
                </a:solidFill>
              </a:rPr>
              <a:t>Swing Value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Outputs Probability of each possible result given Swing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Maps to the expected run value of each result and sums to a final expected run value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Swing Prob.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Likelihood the average batter will swing at a pitch, based on pitch characteristics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Called Strike Prob.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dirty="0"/>
              <a:t>Odds pitch is called a strike based on the pitch location, given the player does not swing</a:t>
            </a:r>
          </a:p>
          <a:p>
            <a:pPr lvl="1">
              <a:lnSpc>
                <a:spcPct val="150000"/>
              </a:lnSpc>
            </a:pPr>
            <a:endParaRPr lang="en-US" dirty="0"/>
          </a:p>
          <a:p>
            <a:pPr lvl="1">
              <a:lnSpc>
                <a:spcPct val="15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5644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1D63C574-BFD2-41A1-A567-B0C3CC7FD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E2A46BAB-8C31-42B2-90E8-B26DD3E8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3F7A3C7-0737-4E57-B30E-8EEFE638B4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707053" cy="6858000"/>
            <a:chOff x="651279" y="598259"/>
            <a:chExt cx="10889442" cy="5680742"/>
          </a:xfrm>
        </p:grpSpPr>
        <p:sp>
          <p:nvSpPr>
            <p:cNvPr id="6" name="Color">
              <a:extLst>
                <a:ext uri="{FF2B5EF4-FFF2-40B4-BE49-F238E27FC236}">
                  <a16:creationId xmlns:a16="http://schemas.microsoft.com/office/drawing/2014/main" id="{3BE6D516-DFC6-4698-B3F1-5F591C1130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" name="Color">
              <a:extLst>
                <a:ext uri="{FF2B5EF4-FFF2-40B4-BE49-F238E27FC236}">
                  <a16:creationId xmlns:a16="http://schemas.microsoft.com/office/drawing/2014/main" id="{C2580FB0-D146-458C-AF1B-8E8BBF6BBA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0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2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6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7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E479F78-635C-D4BE-6643-A40E9C485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3515244" cy="5340097"/>
          </a:xfrm>
        </p:spPr>
        <p:txBody>
          <a:bodyPr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Swing Decision </a:t>
            </a:r>
            <a:r>
              <a:rPr lang="en-US" sz="4800" b="1" kern="1200" dirty="0">
                <a:solidFill>
                  <a:schemeClr val="accent2"/>
                </a:solidFill>
                <a:latin typeface="+mj-lt"/>
                <a:ea typeface="+mj-ea"/>
                <a:cs typeface="+mj-cs"/>
              </a:rPr>
              <a:t>Formulas</a:t>
            </a:r>
            <a:endParaRPr lang="en-US" sz="4800" b="1" dirty="0">
              <a:solidFill>
                <a:schemeClr val="accent2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3FB25070-4F5F-407D-2244-47692237F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006227" y="389273"/>
                <a:ext cx="6764144" cy="6244046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Take Value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800" dirty="0"/>
                  <a:t>Run-Value of a Ball, acknowledging the count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Strike Value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800" dirty="0"/>
                  <a:t>Run-Value of a Strike, acknowledging the count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Pitch Value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𝑆𝑤𝑖𝑛𝑔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 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𝑆𝑤𝑖𝑛𝑔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𝑉𝑎𝑙𝑢𝑒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b="1" dirty="0">
                    <a:solidFill>
                      <a:schemeClr val="accent2"/>
                    </a:solidFill>
                  </a:rPr>
                  <a:t>Take Value</a:t>
                </a:r>
              </a:p>
              <a:p>
                <a:pPr marL="457200" lvl="1" indent="0">
                  <a:lnSpc>
                    <a:spcPct val="150000"/>
                  </a:lnSpc>
                  <a:buNone/>
                </a:pPr>
                <a:r>
                  <a:rPr lang="en-US" sz="2800" b="0" dirty="0"/>
                  <a:t>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𝑆𝑡𝑟𝑖𝑘𝑒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𝑉𝑎𝑙𝑢𝑒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𝑆𝑡𝑟𝑖𝑘𝑒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 +</m:t>
                    </m:r>
                  </m:oMath>
                </a14:m>
                <a:br>
                  <a:rPr lang="en-US" sz="2800" b="0" i="1" dirty="0">
                    <a:latin typeface="Cambria Math" panose="02040503050406030204" pitchFamily="18" charset="0"/>
                  </a:rPr>
                </a:br>
                <a:r>
                  <a:rPr lang="en-US" sz="2800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𝐵𝑎𝑙𝑙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𝑉𝑎𝑙𝑢𝑒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𝐵𝑎𝑙𝑙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800" b="0" dirty="0"/>
              </a:p>
            </p:txBody>
          </p:sp>
        </mc:Choice>
        <mc:Fallback>
          <p:sp>
            <p:nvSpPr>
              <p:cNvPr id="30" name="Content Placeholder 2">
                <a:extLst>
                  <a:ext uri="{FF2B5EF4-FFF2-40B4-BE49-F238E27FC236}">
                    <a16:creationId xmlns:a16="http://schemas.microsoft.com/office/drawing/2014/main" id="{3FB25070-4F5F-407D-2244-47692237F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006227" y="389273"/>
                <a:ext cx="6764144" cy="6244046"/>
              </a:xfrm>
              <a:blipFill>
                <a:blip r:embed="rId2"/>
                <a:stretch>
                  <a:fillRect l="-15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6592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7024687B-3153-123C-0A8C-D7D007FAF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D6305F5-7509-0BF5-12D3-30451FCD73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71C5C7A-6D55-5B27-646E-39C962693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3B3B1F4-948C-963C-E6EA-60CF7FBFA2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E4D204-359D-35C0-5574-2ADC728303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US" sz="3200">
                <a:solidFill>
                  <a:srgbClr val="FFFFFF"/>
                </a:solidFill>
              </a:rPr>
              <a:t>How is the Final Score Calculated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A91E923-E46E-C649-0155-529D889343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4328572"/>
              </p:ext>
            </p:extLst>
          </p:nvPr>
        </p:nvGraphicFramePr>
        <p:xfrm>
          <a:off x="1799521" y="1924593"/>
          <a:ext cx="8592957" cy="44188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819094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6AC3602-3348-4F31-9E43-076B03514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690688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240E62-569A-BBE6-6C20-3812DDAAA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00580"/>
            <a:ext cx="9829800" cy="1089529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Swing Decisions Leaders</a:t>
            </a:r>
          </a:p>
        </p:txBody>
      </p:sp>
      <p:sp>
        <p:nvSpPr>
          <p:cNvPr id="14" name="Graphic 11">
            <a:extLst>
              <a:ext uri="{FF2B5EF4-FFF2-40B4-BE49-F238E27FC236}">
                <a16:creationId xmlns:a16="http://schemas.microsoft.com/office/drawing/2014/main" id="{394094B0-A6C9-44BE-9042-66EF0612F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64C2CA96-0B16-4AA7-B340-33044D2385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8" name="Graphic 12">
            <a:extLst>
              <a:ext uri="{FF2B5EF4-FFF2-40B4-BE49-F238E27FC236}">
                <a16:creationId xmlns:a16="http://schemas.microsoft.com/office/drawing/2014/main" id="{1D50D7A8-F1D5-4306-8A9B-DD7A73EB8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2CCA65C-354D-93AA-E72E-7C368D30518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4447998"/>
              </p:ext>
            </p:extLst>
          </p:nvPr>
        </p:nvGraphicFramePr>
        <p:xfrm>
          <a:off x="838201" y="1991268"/>
          <a:ext cx="450997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604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71061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Marcus </a:t>
                      </a:r>
                      <a:r>
                        <a:rPr lang="en-US" dirty="0" err="1"/>
                        <a:t>Semien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 Taylor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Brandon Belt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Kyle Tucker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J.D. Davis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Edouard Julien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 Soto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Corey Seager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3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Andrew </a:t>
                      </a:r>
                      <a:r>
                        <a:rPr lang="en-US" dirty="0" err="1"/>
                        <a:t>Mccutchen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3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George Springer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09337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A81C9054-8EFF-6BDB-9B5C-CE8D73297E9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4593926"/>
              </p:ext>
            </p:extLst>
          </p:nvPr>
        </p:nvGraphicFramePr>
        <p:xfrm>
          <a:off x="6798254" y="1991268"/>
          <a:ext cx="450997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604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71061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>
                    <a:solidFill>
                      <a:schemeClr val="accent5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Kyle Tucker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 Soto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 Taylor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George 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Marcus </a:t>
                      </a:r>
                      <a:r>
                        <a:rPr lang="en-US" dirty="0" err="1"/>
                        <a:t>Semien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Andrew </a:t>
                      </a:r>
                      <a:r>
                        <a:rPr lang="en-US" dirty="0" err="1"/>
                        <a:t>Mccutchen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Ronald </a:t>
                      </a:r>
                      <a:r>
                        <a:rPr lang="en-US" dirty="0" err="1"/>
                        <a:t>Acuña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Dansby Swanson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3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Gleyber</a:t>
                      </a:r>
                      <a:r>
                        <a:rPr lang="en-US" dirty="0"/>
                        <a:t> Torres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3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Brandon Lowe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0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81611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114ED94A-C85D-4CD3-4205-438D21CE6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9217" y="-1"/>
            <a:ext cx="5213267" cy="6883030"/>
            <a:chOff x="-19217" y="-1"/>
            <a:chExt cx="5213267" cy="6883030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642BDB2-BF67-1D53-1C70-0B41D709E4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06" y="0"/>
              <a:ext cx="5204956" cy="6883029"/>
            </a:xfrm>
            <a:prstGeom prst="rect">
              <a:avLst/>
            </a:prstGeom>
            <a:gradFill>
              <a:gsLst>
                <a:gs pos="7000">
                  <a:schemeClr val="accent2"/>
                </a:gs>
                <a:gs pos="100000">
                  <a:schemeClr val="accent5"/>
                </a:gs>
              </a:gsLst>
              <a:lin ang="4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8E0D8CE-5DBF-B664-EB48-C29BF8AB48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19217" y="1731909"/>
              <a:ext cx="5204963" cy="5144400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75000"/>
                  </a:schemeClr>
                </a:gs>
                <a:gs pos="60000">
                  <a:schemeClr val="accent5">
                    <a:lumMod val="60000"/>
                    <a:lumOff val="40000"/>
                    <a:alpha val="0"/>
                  </a:schemeClr>
                </a:gs>
              </a:gsLst>
              <a:path path="circle">
                <a:fillToRect r="100000" b="100000"/>
              </a:path>
              <a:tileRect l="-100000" t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FD140CE-7DE2-C88F-5EAE-F45EB69E6A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10" y="6723"/>
              <a:ext cx="3834567" cy="6876300"/>
            </a:xfrm>
            <a:prstGeom prst="rect">
              <a:avLst/>
            </a:prstGeom>
            <a:gradFill flip="none" rotWithShape="1">
              <a:gsLst>
                <a:gs pos="3000">
                  <a:schemeClr val="accent2">
                    <a:lumMod val="60000"/>
                    <a:lumOff val="40000"/>
                    <a:alpha val="78000"/>
                  </a:schemeClr>
                </a:gs>
                <a:gs pos="42000">
                  <a:schemeClr val="accent2">
                    <a:alpha val="0"/>
                  </a:schemeClr>
                </a:gs>
              </a:gsLst>
              <a:lin ang="3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557E87E3-413F-10EF-63D8-6016E986C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-844601" y="833689"/>
              <a:ext cx="6872341" cy="5204961"/>
            </a:xfrm>
            <a:prstGeom prst="rect">
              <a:avLst/>
            </a:prstGeom>
            <a:gradFill>
              <a:gsLst>
                <a:gs pos="0">
                  <a:schemeClr val="accent5">
                    <a:alpha val="86000"/>
                  </a:schemeClr>
                </a:gs>
                <a:gs pos="57000">
                  <a:schemeClr val="accent2">
                    <a:alpha val="0"/>
                  </a:schemeClr>
                </a:gs>
              </a:gsLst>
              <a:lin ang="13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Content Placeholder 7" descr="A graph of a red line and blue dots&#10;&#10;Description automatically generated">
            <a:extLst>
              <a:ext uri="{FF2B5EF4-FFF2-40B4-BE49-F238E27FC236}">
                <a16:creationId xmlns:a16="http://schemas.microsoft.com/office/drawing/2014/main" id="{BC76422F-B410-66A1-6349-DB87907AAB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5304" y="1387856"/>
            <a:ext cx="5407002" cy="4082286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0C7FF0D5-557D-C2C3-FC86-C54922FCA232}"/>
              </a:ext>
            </a:extLst>
          </p:cNvPr>
          <p:cNvSpPr txBox="1">
            <a:spLocks/>
          </p:cNvSpPr>
          <p:nvPr/>
        </p:nvSpPr>
        <p:spPr>
          <a:xfrm>
            <a:off x="638882" y="639193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100" dirty="0">
                <a:solidFill>
                  <a:schemeClr val="bg1"/>
                </a:solidFill>
              </a:rPr>
              <a:t>Check Out That Stickiness</a:t>
            </a:r>
          </a:p>
        </p:txBody>
      </p:sp>
    </p:spTree>
    <p:extLst>
      <p:ext uri="{BB962C8B-B14F-4D97-AF65-F5344CB8AC3E}">
        <p14:creationId xmlns:p14="http://schemas.microsoft.com/office/powerpoint/2010/main" val="3062829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Slide background fill">
            <a:extLst>
              <a:ext uri="{FF2B5EF4-FFF2-40B4-BE49-F238E27FC236}">
                <a16:creationId xmlns:a16="http://schemas.microsoft.com/office/drawing/2014/main" id="{8DF67618-B87B-4195-8E24-3B126F79F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lor 2">
            <a:extLst>
              <a:ext uri="{FF2B5EF4-FFF2-40B4-BE49-F238E27FC236}">
                <a16:creationId xmlns:a16="http://schemas.microsoft.com/office/drawing/2014/main" id="{64960379-9FF9-400A-A8A8-F5AB633FD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2C491629-AE25-486B-9B22-2CE4EE8F7E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218159" cy="6858000"/>
            <a:chOff x="651279" y="598259"/>
            <a:chExt cx="10889442" cy="5680742"/>
          </a:xfrm>
        </p:grpSpPr>
        <p:sp>
          <p:nvSpPr>
            <p:cNvPr id="26" name="Color">
              <a:extLst>
                <a:ext uri="{FF2B5EF4-FFF2-40B4-BE49-F238E27FC236}">
                  <a16:creationId xmlns:a16="http://schemas.microsoft.com/office/drawing/2014/main" id="{590EB173-7DC2-4BE8-BC08-19BC09DBD9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0731E2C9-2CF0-48B4-9CEA-35B2199AF4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7FC76D1-2249-85E0-18A9-E87B4528B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8"/>
            <a:ext cx="5129600" cy="5340097"/>
          </a:xfrm>
        </p:spPr>
        <p:txBody>
          <a:bodyPr anchor="ctr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Green Baseball Offensive Tools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928FA71F-CB59-F131-626C-04E96624905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3688237"/>
              </p:ext>
            </p:extLst>
          </p:nvPr>
        </p:nvGraphicFramePr>
        <p:xfrm>
          <a:off x="6525628" y="529388"/>
          <a:ext cx="4828172" cy="5651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768188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0"/>
                <a:lumOff val="100000"/>
              </a:schemeClr>
            </a:gs>
            <a:gs pos="35000">
              <a:schemeClr val="accent2">
                <a:lumMod val="0"/>
                <a:lumOff val="100000"/>
              </a:schemeClr>
            </a:gs>
            <a:gs pos="100000">
              <a:schemeClr val="accent2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6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7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8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9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0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1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543B729-3AD3-2E0D-43BA-95892683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1014574"/>
            <a:ext cx="9725730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Contact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610854-80C9-1209-DFDE-3165F3B94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9708" y="3812004"/>
            <a:ext cx="11160554" cy="2904105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chemeClr val="tx2"/>
                </a:solidFill>
              </a:rPr>
              <a:t>Objectives:</a:t>
            </a:r>
            <a:r>
              <a:rPr lang="en-US" sz="3600" dirty="0">
                <a:solidFill>
                  <a:schemeClr val="tx2"/>
                </a:solidFill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Judge a player's ability to make contact when they swing</a:t>
            </a:r>
            <a:endParaRPr lang="en-US" sz="3200" dirty="0">
              <a:solidFill>
                <a:schemeClr val="tx2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sz="3600" dirty="0">
                <a:solidFill>
                  <a:schemeClr val="tx2"/>
                </a:solidFill>
              </a:rPr>
              <a:t>Do not factor in swing decision</a:t>
            </a:r>
          </a:p>
        </p:txBody>
      </p:sp>
    </p:spTree>
    <p:extLst>
      <p:ext uri="{BB962C8B-B14F-4D97-AF65-F5344CB8AC3E}">
        <p14:creationId xmlns:p14="http://schemas.microsoft.com/office/powerpoint/2010/main" val="40875630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E1E14B-ADBC-14DB-F1C4-39677B392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8000" dirty="0">
                <a:solidFill>
                  <a:srgbClr val="FFFFFF"/>
                </a:solidFill>
              </a:rPr>
              <a:t>Contact Score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5A317-909C-42F6-8D9C-E1FFE8304C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954240" cy="5837949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/>
                </a:solidFill>
              </a:rPr>
              <a:t>xContact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dirty="0"/>
              <a:t>Given a player swings, odds they make contact with the ball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2"/>
                </a:solidFill>
              </a:rPr>
              <a:t>Contact Score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dirty="0"/>
              <a:t>Made Contact:</a:t>
            </a:r>
            <a:br>
              <a:rPr lang="en-US" sz="2800" dirty="0"/>
            </a:br>
            <a:r>
              <a:rPr lang="en-US" sz="2800" dirty="0"/>
              <a:t>	Score = 1-xContact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dirty="0"/>
              <a:t>Swing-and-Miss: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en-US" sz="2800" dirty="0"/>
              <a:t>	Score = 0-xContact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6132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C10CBC8-7837-4750-8EE9-B4C3D50488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9014793-11D4-4A17-9261-1A2E683AD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104482" y="-5104482"/>
            <a:ext cx="1983037" cy="12192001"/>
          </a:xfrm>
          <a:custGeom>
            <a:avLst/>
            <a:gdLst>
              <a:gd name="connsiteX0" fmla="*/ 0 w 1983037"/>
              <a:gd name="connsiteY0" fmla="*/ 0 h 12192001"/>
              <a:gd name="connsiteX1" fmla="*/ 0 w 1983037"/>
              <a:gd name="connsiteY1" fmla="*/ 12192001 h 12192001"/>
              <a:gd name="connsiteX2" fmla="*/ 1945626 w 1983037"/>
              <a:gd name="connsiteY2" fmla="*/ 12192001 h 12192001"/>
              <a:gd name="connsiteX3" fmla="*/ 1914883 w 1983037"/>
              <a:gd name="connsiteY3" fmla="*/ 11926947 h 12192001"/>
              <a:gd name="connsiteX4" fmla="*/ 1887405 w 1983037"/>
              <a:gd name="connsiteY4" fmla="*/ 10882179 h 12192001"/>
              <a:gd name="connsiteX5" fmla="*/ 1955094 w 1983037"/>
              <a:gd name="connsiteY5" fmla="*/ 9717835 h 12192001"/>
              <a:gd name="connsiteX6" fmla="*/ 1955094 w 1983037"/>
              <a:gd name="connsiteY6" fmla="*/ 9338013 h 12192001"/>
              <a:gd name="connsiteX7" fmla="*/ 1947423 w 1983037"/>
              <a:gd name="connsiteY7" fmla="*/ 8936699 h 12192001"/>
              <a:gd name="connsiteX8" fmla="*/ 1949002 w 1983037"/>
              <a:gd name="connsiteY8" fmla="*/ 7709920 h 12192001"/>
              <a:gd name="connsiteX9" fmla="*/ 1930276 w 1983037"/>
              <a:gd name="connsiteY9" fmla="*/ 6277504 h 12192001"/>
              <a:gd name="connsiteX10" fmla="*/ 1954643 w 1983037"/>
              <a:gd name="connsiteY10" fmla="*/ 5307481 h 12192001"/>
              <a:gd name="connsiteX11" fmla="*/ 1944941 w 1983037"/>
              <a:gd name="connsiteY11" fmla="*/ 4949831 h 12192001"/>
              <a:gd name="connsiteX12" fmla="*/ 1961187 w 1983037"/>
              <a:gd name="connsiteY12" fmla="*/ 4137481 h 12192001"/>
              <a:gd name="connsiteX13" fmla="*/ 1964118 w 1983037"/>
              <a:gd name="connsiteY13" fmla="*/ 3194148 h 12192001"/>
              <a:gd name="connsiteX14" fmla="*/ 1914708 w 1983037"/>
              <a:gd name="connsiteY14" fmla="*/ 1979808 h 12192001"/>
              <a:gd name="connsiteX15" fmla="*/ 1949679 w 1983037"/>
              <a:gd name="connsiteY15" fmla="*/ 1443897 h 12192001"/>
              <a:gd name="connsiteX16" fmla="*/ 1942685 w 1983037"/>
              <a:gd name="connsiteY16" fmla="*/ 749860 h 12192001"/>
              <a:gd name="connsiteX17" fmla="*/ 1933706 w 1983037"/>
              <a:gd name="connsiteY17" fmla="*/ 168558 h 12192001"/>
              <a:gd name="connsiteX18" fmla="*/ 1950785 w 1983037"/>
              <a:gd name="connsiteY18" fmla="*/ 0 h 12192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983037" h="12192001">
                <a:moveTo>
                  <a:pt x="0" y="0"/>
                </a:moveTo>
                <a:lnTo>
                  <a:pt x="0" y="12192001"/>
                </a:lnTo>
                <a:lnTo>
                  <a:pt x="1945626" y="12192001"/>
                </a:lnTo>
                <a:lnTo>
                  <a:pt x="1914883" y="11926947"/>
                </a:lnTo>
                <a:cubicBezTo>
                  <a:pt x="1884529" y="11579709"/>
                  <a:pt x="1881652" y="11231009"/>
                  <a:pt x="1887405" y="10882179"/>
                </a:cubicBezTo>
                <a:cubicBezTo>
                  <a:pt x="1893725" y="10493309"/>
                  <a:pt x="1911547" y="10104667"/>
                  <a:pt x="1955094" y="9717835"/>
                </a:cubicBezTo>
                <a:cubicBezTo>
                  <a:pt x="1966715" y="9591491"/>
                  <a:pt x="1966715" y="9464357"/>
                  <a:pt x="1955094" y="9338013"/>
                </a:cubicBezTo>
                <a:cubicBezTo>
                  <a:pt x="1945663" y="9204453"/>
                  <a:pt x="1943091" y="9070511"/>
                  <a:pt x="1947423" y="8936699"/>
                </a:cubicBezTo>
                <a:cubicBezTo>
                  <a:pt x="1960283" y="8527701"/>
                  <a:pt x="1930726" y="8118470"/>
                  <a:pt x="1949002" y="7709920"/>
                </a:cubicBezTo>
                <a:cubicBezTo>
                  <a:pt x="1970436" y="7231918"/>
                  <a:pt x="1945393" y="6755049"/>
                  <a:pt x="1930276" y="6277504"/>
                </a:cubicBezTo>
                <a:cubicBezTo>
                  <a:pt x="1920123" y="5954014"/>
                  <a:pt x="1913803" y="5630292"/>
                  <a:pt x="1954643" y="5307481"/>
                </a:cubicBezTo>
                <a:cubicBezTo>
                  <a:pt x="1969761" y="5188718"/>
                  <a:pt x="1956899" y="5068596"/>
                  <a:pt x="1944941" y="4949831"/>
                </a:cubicBezTo>
                <a:cubicBezTo>
                  <a:pt x="1917866" y="4678139"/>
                  <a:pt x="1932758" y="4407584"/>
                  <a:pt x="1961187" y="4137481"/>
                </a:cubicBezTo>
                <a:cubicBezTo>
                  <a:pt x="1994579" y="3823035"/>
                  <a:pt x="1984877" y="3508818"/>
                  <a:pt x="1964118" y="3194148"/>
                </a:cubicBezTo>
                <a:cubicBezTo>
                  <a:pt x="1937270" y="2789895"/>
                  <a:pt x="1903424" y="2387003"/>
                  <a:pt x="1914708" y="1979808"/>
                </a:cubicBezTo>
                <a:cubicBezTo>
                  <a:pt x="1919446" y="1800868"/>
                  <a:pt x="1935466" y="1622384"/>
                  <a:pt x="1949679" y="1443897"/>
                </a:cubicBezTo>
                <a:cubicBezTo>
                  <a:pt x="1964278" y="1212701"/>
                  <a:pt x="1961931" y="980722"/>
                  <a:pt x="1942685" y="749860"/>
                </a:cubicBezTo>
                <a:cubicBezTo>
                  <a:pt x="1929825" y="555933"/>
                  <a:pt x="1921533" y="362007"/>
                  <a:pt x="1933706" y="168558"/>
                </a:cubicBezTo>
                <a:lnTo>
                  <a:pt x="195078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123F6F-DE73-802C-7EA2-0511E0226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FF"/>
                </a:solidFill>
              </a:rPr>
              <a:t>Contact Leaders</a:t>
            </a:r>
          </a:p>
        </p:txBody>
      </p:sp>
      <p:graphicFrame>
        <p:nvGraphicFramePr>
          <p:cNvPr id="6" name="Content Placeholder 3">
            <a:extLst>
              <a:ext uri="{FF2B5EF4-FFF2-40B4-BE49-F238E27FC236}">
                <a16:creationId xmlns:a16="http://schemas.microsoft.com/office/drawing/2014/main" id="{A03341FD-520F-5F81-2793-288E9CEC8B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8453408"/>
              </p:ext>
            </p:extLst>
          </p:nvPr>
        </p:nvGraphicFramePr>
        <p:xfrm>
          <a:off x="838201" y="2069647"/>
          <a:ext cx="450997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604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71061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Luis </a:t>
                      </a:r>
                      <a:r>
                        <a:rPr lang="en-US" dirty="0" err="1"/>
                        <a:t>Arráez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Keibert</a:t>
                      </a:r>
                      <a:r>
                        <a:rPr lang="en-US" dirty="0"/>
                        <a:t> Ruiz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Nico </a:t>
                      </a:r>
                      <a:r>
                        <a:rPr lang="en-US" dirty="0" err="1"/>
                        <a:t>Hoerner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Steven Kwan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Alejandro Kirk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José Ramírez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Mauricio </a:t>
                      </a:r>
                      <a:r>
                        <a:rPr lang="en-US" dirty="0" err="1"/>
                        <a:t>Dubón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Miguel Rojas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3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Jeff McNeil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3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Josh Naylor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09337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>
            <a:extLst>
              <a:ext uri="{FF2B5EF4-FFF2-40B4-BE49-F238E27FC236}">
                <a16:creationId xmlns:a16="http://schemas.microsoft.com/office/drawing/2014/main" id="{C4057911-88D4-E459-1C22-F38C0AF7B01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64586912"/>
              </p:ext>
            </p:extLst>
          </p:nvPr>
        </p:nvGraphicFramePr>
        <p:xfrm>
          <a:off x="6798254" y="2069647"/>
          <a:ext cx="4509977" cy="434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604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71061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 anchor="ctr"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>
                    <a:solidFill>
                      <a:schemeClr val="tx2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Kyle Tucker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Juan Soto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Chris Taylor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George Springer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Marcus </a:t>
                      </a:r>
                      <a:r>
                        <a:rPr lang="en-US" dirty="0" err="1"/>
                        <a:t>Semien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70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Andrew </a:t>
                      </a:r>
                      <a:r>
                        <a:rPr lang="en-US" dirty="0" err="1"/>
                        <a:t>Mccutchen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Ronald </a:t>
                      </a:r>
                      <a:r>
                        <a:rPr lang="en-US" dirty="0" err="1"/>
                        <a:t>Acuña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Dansby Swanson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633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Gleyber</a:t>
                      </a:r>
                      <a:r>
                        <a:rPr lang="en-US" dirty="0"/>
                        <a:t> Torres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6353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Brandon Lowe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03093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08492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E7C270-7D31-251C-D583-97B3E4DCE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26DBE-9779-83E1-C41F-9841F22824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Exit Velocity over Expected EV, Given contact</a:t>
            </a:r>
          </a:p>
          <a:p>
            <a:r>
              <a:rPr lang="en-US" dirty="0"/>
              <a:t>Evaluated at a player's 95</a:t>
            </a:r>
            <a:r>
              <a:rPr lang="en-US" baseline="30000" dirty="0"/>
              <a:t>th</a:t>
            </a:r>
            <a:r>
              <a:rPr lang="en-US" dirty="0"/>
              <a:t> percentile output</a:t>
            </a:r>
          </a:p>
        </p:txBody>
      </p:sp>
    </p:spTree>
    <p:extLst>
      <p:ext uri="{BB962C8B-B14F-4D97-AF65-F5344CB8AC3E}">
        <p14:creationId xmlns:p14="http://schemas.microsoft.com/office/powerpoint/2010/main" val="2393728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77AEDD-8513-8F47-45F5-F116F7B8D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Power Leaders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3AF808A-8FA0-D685-E5A8-4AD1DDDECE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95286778"/>
              </p:ext>
            </p:extLst>
          </p:nvPr>
        </p:nvGraphicFramePr>
        <p:xfrm>
          <a:off x="1189075" y="2615978"/>
          <a:ext cx="450997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604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71061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Aaron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Rafael Devers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Shohei </a:t>
                      </a:r>
                      <a:r>
                        <a:rPr lang="en-US" dirty="0" err="1"/>
                        <a:t>Ohtani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Giancarlo Stanton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Joey Gallo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Jake Burger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Ronald </a:t>
                      </a:r>
                      <a:r>
                        <a:rPr lang="en-US" dirty="0" err="1"/>
                        <a:t>Acuña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3B7142F-6F22-3159-F86A-F80F2420F69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01810634"/>
              </p:ext>
            </p:extLst>
          </p:nvPr>
        </p:nvGraphicFramePr>
        <p:xfrm>
          <a:off x="6492950" y="2615978"/>
          <a:ext cx="4509977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42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48023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4470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Giancarlo Stanton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Anthony Santander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Oneil</a:t>
                      </a:r>
                      <a:r>
                        <a:rPr lang="en-US" dirty="0"/>
                        <a:t> Cruz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Rafael Devers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Aaron Judge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21665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Shohei </a:t>
                      </a:r>
                      <a:r>
                        <a:rPr lang="en-US" dirty="0" err="1"/>
                        <a:t>Ohtani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Carlos Correa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655192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0E01D-B942-D8AD-2F30-F3717EE10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53951-9478-B2F6-1497-7C476FD53F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Home to First Times</a:t>
            </a:r>
          </a:p>
        </p:txBody>
      </p:sp>
    </p:spTree>
    <p:extLst>
      <p:ext uri="{BB962C8B-B14F-4D97-AF65-F5344CB8AC3E}">
        <p14:creationId xmlns:p14="http://schemas.microsoft.com/office/powerpoint/2010/main" val="27914029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F96C457E-63EB-F50B-AE1D-86838EFAE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Speed Leaders</a:t>
            </a:r>
          </a:p>
        </p:txBody>
      </p:sp>
      <p:graphicFrame>
        <p:nvGraphicFramePr>
          <p:cNvPr id="8" name="Content Placeholder 3">
            <a:extLst>
              <a:ext uri="{FF2B5EF4-FFF2-40B4-BE49-F238E27FC236}">
                <a16:creationId xmlns:a16="http://schemas.microsoft.com/office/drawing/2014/main" id="{056D98D8-33E7-8740-568E-DC9C534624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29010679"/>
              </p:ext>
            </p:extLst>
          </p:nvPr>
        </p:nvGraphicFramePr>
        <p:xfrm>
          <a:off x="1189075" y="2615978"/>
          <a:ext cx="4509977" cy="323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69604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71061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Ji Hwan Bae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Corbin Carroll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Akil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Baddoo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Bobby Witt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Elly De La Cruz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Trea</a:t>
                      </a:r>
                      <a:r>
                        <a:rPr lang="en-US" dirty="0"/>
                        <a:t> Turner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Myles Straw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>
            <a:extLst>
              <a:ext uri="{FF2B5EF4-FFF2-40B4-BE49-F238E27FC236}">
                <a16:creationId xmlns:a16="http://schemas.microsoft.com/office/drawing/2014/main" id="{38DC1E56-B0BD-51FC-5308-E84B8D32BFE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1166419"/>
              </p:ext>
            </p:extLst>
          </p:nvPr>
        </p:nvGraphicFramePr>
        <p:xfrm>
          <a:off x="6492950" y="2615978"/>
          <a:ext cx="4509977" cy="3230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2642">
                  <a:extLst>
                    <a:ext uri="{9D8B030D-6E8A-4147-A177-3AD203B41FA5}">
                      <a16:colId xmlns:a16="http://schemas.microsoft.com/office/drawing/2014/main" val="1990438616"/>
                    </a:ext>
                  </a:extLst>
                </a:gridCol>
                <a:gridCol w="2348023">
                  <a:extLst>
                    <a:ext uri="{9D8B030D-6E8A-4147-A177-3AD203B41FA5}">
                      <a16:colId xmlns:a16="http://schemas.microsoft.com/office/drawing/2014/main" val="863939307"/>
                    </a:ext>
                  </a:extLst>
                </a:gridCol>
                <a:gridCol w="829340">
                  <a:extLst>
                    <a:ext uri="{9D8B030D-6E8A-4147-A177-3AD203B41FA5}">
                      <a16:colId xmlns:a16="http://schemas.microsoft.com/office/drawing/2014/main" val="4286077369"/>
                    </a:ext>
                  </a:extLst>
                </a:gridCol>
                <a:gridCol w="839972">
                  <a:extLst>
                    <a:ext uri="{9D8B030D-6E8A-4147-A177-3AD203B41FA5}">
                      <a16:colId xmlns:a16="http://schemas.microsoft.com/office/drawing/2014/main" val="656629024"/>
                    </a:ext>
                  </a:extLst>
                </a:gridCol>
              </a:tblGrid>
              <a:tr h="4470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2023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2024 Grade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3108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Jazz Chisholm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66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Evan Carter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325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Bobby Witt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43995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Corbin Carroll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751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Shohei </a:t>
                      </a:r>
                      <a:r>
                        <a:rPr lang="en-US" dirty="0" err="1"/>
                        <a:t>Ohtani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16198660"/>
                  </a:ext>
                </a:extLst>
              </a:tr>
              <a:tr h="216654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Jung </a:t>
                      </a:r>
                      <a:r>
                        <a:rPr lang="en-US" dirty="0" err="1"/>
                        <a:t>Hoo</a:t>
                      </a:r>
                      <a:r>
                        <a:rPr lang="en-US" dirty="0"/>
                        <a:t> Lee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18803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Jarren</a:t>
                      </a:r>
                      <a:r>
                        <a:rPr lang="en-US" dirty="0"/>
                        <a:t> Duran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666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9314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7F7959-10C2-3D54-F819-C4BAFE6470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23" y="1266444"/>
            <a:ext cx="5545016" cy="432511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85F89C2-9082-6DC4-A27E-0D695AC05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64" y="1266444"/>
            <a:ext cx="5545014" cy="432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3034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871D4EE-50CC-BEBB-B004-0259DCBA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22" y="1260351"/>
            <a:ext cx="5545016" cy="43372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F82387-AC8C-BB54-7D74-12191B2A8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4261" y="1260351"/>
            <a:ext cx="5545016" cy="433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851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DA3CB7F-94FB-6617-BD1E-C3F6CEE6B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5987" y="505557"/>
            <a:ext cx="4820026" cy="584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1961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443EF-5418-567B-96CE-6788D7251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Predicting wOBA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10ED-461C-ECDC-B90D-7D9DC33534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linear regression to predict future wOBA</a:t>
            </a:r>
          </a:p>
          <a:p>
            <a:pPr lvl="1"/>
            <a:r>
              <a:rPr lang="en-US" dirty="0"/>
              <a:t>45% Power Grade</a:t>
            </a:r>
          </a:p>
          <a:p>
            <a:pPr lvl="1"/>
            <a:r>
              <a:rPr lang="en-US" dirty="0"/>
              <a:t>25% Decision Grade</a:t>
            </a:r>
          </a:p>
          <a:p>
            <a:pPr lvl="1"/>
            <a:r>
              <a:rPr lang="en-US" dirty="0"/>
              <a:t>17% Contact Grade</a:t>
            </a:r>
          </a:p>
          <a:p>
            <a:pPr lvl="1"/>
            <a:r>
              <a:rPr lang="en-US" dirty="0"/>
              <a:t>13% Speed Grade</a:t>
            </a:r>
          </a:p>
        </p:txBody>
      </p:sp>
    </p:spTree>
    <p:extLst>
      <p:ext uri="{BB962C8B-B14F-4D97-AF65-F5344CB8AC3E}">
        <p14:creationId xmlns:p14="http://schemas.microsoft.com/office/powerpoint/2010/main" val="1714014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2CA3DC8-116F-2611-B85B-B6E38E7211B5}"/>
              </a:ext>
            </a:extLst>
          </p:cNvPr>
          <p:cNvSpPr/>
          <p:nvPr/>
        </p:nvSpPr>
        <p:spPr>
          <a:xfrm>
            <a:off x="273147" y="1696915"/>
            <a:ext cx="5697416" cy="346416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61129-4CD2-0E3A-0D43-09380ECC5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762" y="1803696"/>
            <a:ext cx="5546186" cy="3250608"/>
          </a:xfrm>
          <a:prstGeom prst="rect">
            <a:avLst/>
          </a:prstGeom>
          <a:ln w="50800">
            <a:solidFill>
              <a:schemeClr val="accent1">
                <a:alpha val="0"/>
              </a:schemeClr>
            </a:solidFill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0684246-7439-B0BA-DDAE-AEAFCA47DC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642117"/>
              </p:ext>
            </p:extLst>
          </p:nvPr>
        </p:nvGraphicFramePr>
        <p:xfrm>
          <a:off x="6480906" y="991044"/>
          <a:ext cx="5362332" cy="4875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81166">
                  <a:extLst>
                    <a:ext uri="{9D8B030D-6E8A-4147-A177-3AD203B41FA5}">
                      <a16:colId xmlns:a16="http://schemas.microsoft.com/office/drawing/2014/main" val="1735444139"/>
                    </a:ext>
                  </a:extLst>
                </a:gridCol>
                <a:gridCol w="2681166">
                  <a:extLst>
                    <a:ext uri="{9D8B030D-6E8A-4147-A177-3AD203B41FA5}">
                      <a16:colId xmlns:a16="http://schemas.microsoft.com/office/drawing/2014/main" val="1537434897"/>
                    </a:ext>
                  </a:extLst>
                </a:gridCol>
              </a:tblGrid>
              <a:tr h="812652">
                <a:tc>
                  <a:txBody>
                    <a:bodyPr/>
                    <a:lstStyle/>
                    <a:p>
                      <a:r>
                        <a:rPr lang="en-US" dirty="0"/>
                        <a:t>Pre 05/15/23 Stats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 05/15/23 wOBA correlation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463914"/>
                  </a:ext>
                </a:extLst>
              </a:tr>
              <a:tr h="812652">
                <a:tc>
                  <a:txBody>
                    <a:bodyPr/>
                    <a:lstStyle/>
                    <a:p>
                      <a:r>
                        <a:rPr lang="en-US" dirty="0"/>
                        <a:t>Tool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084849"/>
                  </a:ext>
                </a:extLst>
              </a:tr>
              <a:tr h="812652">
                <a:tc>
                  <a:txBody>
                    <a:bodyPr/>
                    <a:lstStyle/>
                    <a:p>
                      <a:r>
                        <a:rPr lang="en-US" dirty="0"/>
                        <a:t>xwOBA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3953465"/>
                  </a:ext>
                </a:extLst>
              </a:tr>
              <a:tr h="812652">
                <a:tc>
                  <a:txBody>
                    <a:bodyPr/>
                    <a:lstStyle/>
                    <a:p>
                      <a:r>
                        <a:rPr lang="en-US" dirty="0"/>
                        <a:t>Power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0661268"/>
                  </a:ext>
                </a:extLst>
              </a:tr>
              <a:tr h="812652">
                <a:tc>
                  <a:txBody>
                    <a:bodyPr/>
                    <a:lstStyle/>
                    <a:p>
                      <a:r>
                        <a:rPr lang="en-US" dirty="0"/>
                        <a:t>wOBA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26981"/>
                  </a:ext>
                </a:extLst>
              </a:tr>
              <a:tr h="812652">
                <a:tc>
                  <a:txBody>
                    <a:bodyPr/>
                    <a:lstStyle/>
                    <a:p>
                      <a:r>
                        <a:rPr lang="en-US" dirty="0"/>
                        <a:t>Decision Grade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56504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04021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14456</TotalTime>
  <Words>919</Words>
  <Application>Microsoft Macintosh PowerPoint</Application>
  <PresentationFormat>Widescreen</PresentationFormat>
  <Paragraphs>377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Office Theme</vt:lpstr>
      <vt:lpstr>Evaluating Offensive Tools with Ball Tracking Data</vt:lpstr>
      <vt:lpstr>Important Note</vt:lpstr>
      <vt:lpstr>Baseball Offensive Tools</vt:lpstr>
      <vt:lpstr>Baseball Offensive Tools</vt:lpstr>
      <vt:lpstr>Swing Decision</vt:lpstr>
      <vt:lpstr>Swing Decision Models</vt:lpstr>
      <vt:lpstr>Swing Decision Formulas</vt:lpstr>
      <vt:lpstr>How is the Final Score Calculated</vt:lpstr>
      <vt:lpstr>Swing Decisions Leaders</vt:lpstr>
      <vt:lpstr>PowerPoint Presentation</vt:lpstr>
      <vt:lpstr>Green Baseball Offensive Tools</vt:lpstr>
      <vt:lpstr>Contact</vt:lpstr>
      <vt:lpstr>Contact Score</vt:lpstr>
      <vt:lpstr>Contact Leaders</vt:lpstr>
      <vt:lpstr>Power</vt:lpstr>
      <vt:lpstr>Power Leaders</vt:lpstr>
      <vt:lpstr>Speed</vt:lpstr>
      <vt:lpstr>Speed Leaders</vt:lpstr>
      <vt:lpstr>PowerPoint Presentation</vt:lpstr>
      <vt:lpstr>PowerPoint Presentation</vt:lpstr>
      <vt:lpstr>PowerPoint Presentation</vt:lpstr>
      <vt:lpstr>Predicting wOBA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Evaluating Hit Tools with Ball Tracking Data</dc:title>
  <dc:creator>reece calvin</dc:creator>
  <cp:lastModifiedBy>reece calvin</cp:lastModifiedBy>
  <cp:revision>4</cp:revision>
  <dcterms:created xsi:type="dcterms:W3CDTF">2024-05-09T19:51:43Z</dcterms:created>
  <dcterms:modified xsi:type="dcterms:W3CDTF">2024-06-17T03:11:35Z</dcterms:modified>
</cp:coreProperties>
</file>